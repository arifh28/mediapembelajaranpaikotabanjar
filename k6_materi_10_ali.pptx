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stoga" charset="1" panose="00000500000000000000"/>
      <p:regular r:id="rId14"/>
    </p:embeddedFont>
    <p:embeddedFont>
      <p:font typeface="Boriboon" charset="1" panose="00000000000000000000"/>
      <p:regular r:id="rId15"/>
    </p:embeddedFont>
    <p:embeddedFont>
      <p:font typeface="Open Sans Bold" charset="1" panose="020B0806030504020204"/>
      <p:regular r:id="rId16"/>
    </p:embeddedFont>
    <p:embeddedFont>
      <p:font typeface="Open Sans Bold Italics" charset="1" panose="020B0806030504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https://wayground.com/join?gc=52693926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97308" y="181114"/>
            <a:ext cx="12724969" cy="9827663"/>
          </a:xfrm>
          <a:custGeom>
            <a:avLst/>
            <a:gdLst/>
            <a:ahLst/>
            <a:cxnLst/>
            <a:rect r="r" b="b" t="t" l="l"/>
            <a:pathLst>
              <a:path h="9827663" w="12724969">
                <a:moveTo>
                  <a:pt x="0" y="0"/>
                </a:moveTo>
                <a:lnTo>
                  <a:pt x="12724969" y="0"/>
                </a:lnTo>
                <a:lnTo>
                  <a:pt x="12724969" y="9827663"/>
                </a:lnTo>
                <a:lnTo>
                  <a:pt x="0" y="98276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30286" y="4923028"/>
            <a:ext cx="14537423" cy="119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97"/>
              </a:lnSpc>
            </a:pPr>
            <a:r>
              <a:rPr lang="en-US" sz="8301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Bismillaahirrohmaanirrahiim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99726" y="832495"/>
            <a:ext cx="830559" cy="83055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099726" y="1794288"/>
            <a:ext cx="830559" cy="83055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099726" y="2756080"/>
            <a:ext cx="830559" cy="83055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99726" y="3717873"/>
            <a:ext cx="830559" cy="83055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99726" y="4679665"/>
            <a:ext cx="830559" cy="83055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99726" y="5641458"/>
            <a:ext cx="830559" cy="83055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99726" y="6603251"/>
            <a:ext cx="830559" cy="83055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99726" y="7565043"/>
            <a:ext cx="830559" cy="83055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99726" y="8526836"/>
            <a:ext cx="830559" cy="83055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808550" y="1028700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808550" y="2006756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808550" y="2984813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808550" y="3962869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808550" y="4940925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808550" y="5918982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808550" y="6897038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808550" y="7875094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808550" y="8853150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9042" y="432716"/>
            <a:ext cx="12724969" cy="9827663"/>
          </a:xfrm>
          <a:custGeom>
            <a:avLst/>
            <a:gdLst/>
            <a:ahLst/>
            <a:cxnLst/>
            <a:rect r="r" b="b" t="t" l="l"/>
            <a:pathLst>
              <a:path h="9827663" w="12724969">
                <a:moveTo>
                  <a:pt x="0" y="0"/>
                </a:moveTo>
                <a:lnTo>
                  <a:pt x="12724969" y="0"/>
                </a:lnTo>
                <a:lnTo>
                  <a:pt x="12724969" y="9827663"/>
                </a:lnTo>
                <a:lnTo>
                  <a:pt x="0" y="98276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89042" y="2410284"/>
            <a:ext cx="14948302" cy="557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8"/>
              </a:lnSpc>
            </a:pPr>
            <a:r>
              <a:rPr lang="en-US" sz="13034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Jasa -Jasa </a:t>
            </a:r>
          </a:p>
          <a:p>
            <a:pPr algn="ctr">
              <a:lnSpc>
                <a:spcPts val="14598"/>
              </a:lnSpc>
            </a:pPr>
            <a:r>
              <a:rPr lang="en-US" sz="13034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Khalifah </a:t>
            </a:r>
          </a:p>
          <a:p>
            <a:pPr algn="ctr">
              <a:lnSpc>
                <a:spcPts val="14598"/>
              </a:lnSpc>
            </a:pPr>
            <a:r>
              <a:rPr lang="en-US" sz="13034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Ali bin Abi Thalib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099726" y="832495"/>
            <a:ext cx="830559" cy="83055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099726" y="1794288"/>
            <a:ext cx="830559" cy="83055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099726" y="2756080"/>
            <a:ext cx="830559" cy="83055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99726" y="3717873"/>
            <a:ext cx="830559" cy="83055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99726" y="4679665"/>
            <a:ext cx="830559" cy="83055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99726" y="5641458"/>
            <a:ext cx="830559" cy="83055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99726" y="6603251"/>
            <a:ext cx="830559" cy="83055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99726" y="7565043"/>
            <a:ext cx="830559" cy="830559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9F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99726" y="8526836"/>
            <a:ext cx="830559" cy="83055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9F9F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1383972">
            <a:off x="12058325" y="6048982"/>
            <a:ext cx="1817565" cy="4693242"/>
          </a:xfrm>
          <a:custGeom>
            <a:avLst/>
            <a:gdLst/>
            <a:ahLst/>
            <a:cxnLst/>
            <a:rect r="r" b="b" t="t" l="l"/>
            <a:pathLst>
              <a:path h="4693242" w="1817565">
                <a:moveTo>
                  <a:pt x="0" y="0"/>
                </a:moveTo>
                <a:lnTo>
                  <a:pt x="1817564" y="0"/>
                </a:lnTo>
                <a:lnTo>
                  <a:pt x="1817564" y="4693241"/>
                </a:lnTo>
                <a:lnTo>
                  <a:pt x="0" y="46932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808550" y="1028700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808550" y="2006756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808550" y="2984813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808550" y="3962869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808550" y="4940925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808550" y="5918982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808550" y="6897038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808550" y="7875094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808550" y="8853150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-1566164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2936" y="957304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1"/>
                </a:lnTo>
                <a:lnTo>
                  <a:pt x="0" y="89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27699" y="5072403"/>
            <a:ext cx="1676797" cy="1695291"/>
          </a:xfrm>
          <a:custGeom>
            <a:avLst/>
            <a:gdLst/>
            <a:ahLst/>
            <a:cxnLst/>
            <a:rect r="r" b="b" t="t" l="l"/>
            <a:pathLst>
              <a:path h="1695291" w="1676797">
                <a:moveTo>
                  <a:pt x="0" y="0"/>
                </a:moveTo>
                <a:lnTo>
                  <a:pt x="1676797" y="0"/>
                </a:lnTo>
                <a:lnTo>
                  <a:pt x="1676797" y="1695291"/>
                </a:lnTo>
                <a:lnTo>
                  <a:pt x="0" y="1695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9505" y="5144642"/>
            <a:ext cx="1533895" cy="1550813"/>
          </a:xfrm>
          <a:custGeom>
            <a:avLst/>
            <a:gdLst/>
            <a:ahLst/>
            <a:cxnLst/>
            <a:rect r="r" b="b" t="t" l="l"/>
            <a:pathLst>
              <a:path h="1550813" w="1533895">
                <a:moveTo>
                  <a:pt x="0" y="0"/>
                </a:moveTo>
                <a:lnTo>
                  <a:pt x="1533894" y="0"/>
                </a:lnTo>
                <a:lnTo>
                  <a:pt x="1533894" y="1550813"/>
                </a:lnTo>
                <a:lnTo>
                  <a:pt x="0" y="1550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66098" y="545465"/>
            <a:ext cx="9155804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Tujuan Pembelajaran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21207" y="2451361"/>
            <a:ext cx="14565982" cy="691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4"/>
              </a:lnSpc>
            </a:pPr>
            <a:r>
              <a:rPr lang="en-US" sz="5499">
                <a:solidFill>
                  <a:srgbClr val="5B4330"/>
                </a:solidFill>
                <a:latin typeface="Boriboon"/>
                <a:ea typeface="Boriboon"/>
                <a:cs typeface="Boriboon"/>
                <a:sym typeface="Boriboon"/>
              </a:rPr>
              <a:t>peserta didik mampu :</a:t>
            </a:r>
          </a:p>
          <a:p>
            <a:pPr algn="l" marL="1187449" indent="-593725" lvl="1">
              <a:lnSpc>
                <a:spcPts val="6874"/>
              </a:lnSpc>
              <a:buFont typeface="Arial"/>
              <a:buChar char="•"/>
            </a:pPr>
            <a:r>
              <a:rPr lang="en-US" sz="5499">
                <a:solidFill>
                  <a:srgbClr val="5B4330"/>
                </a:solidFill>
                <a:latin typeface="Boriboon"/>
                <a:ea typeface="Boriboon"/>
                <a:cs typeface="Boriboon"/>
                <a:sym typeface="Boriboon"/>
              </a:rPr>
              <a:t>Mengenal khalifah Ali Bin Abi Thalib</a:t>
            </a:r>
          </a:p>
          <a:p>
            <a:pPr algn="l" marL="1187449" indent="-593725" lvl="1">
              <a:lnSpc>
                <a:spcPts val="6874"/>
              </a:lnSpc>
              <a:buFont typeface="Arial"/>
              <a:buChar char="•"/>
            </a:pPr>
            <a:r>
              <a:rPr lang="en-US" sz="5499">
                <a:solidFill>
                  <a:srgbClr val="5B4330"/>
                </a:solidFill>
                <a:latin typeface="Boriboon"/>
                <a:ea typeface="Boriboon"/>
                <a:cs typeface="Boriboon"/>
                <a:sym typeface="Boriboon"/>
              </a:rPr>
              <a:t>Menjelaskan jasa-jasa khalifah Ali Bin Abi Thalib </a:t>
            </a:r>
          </a:p>
          <a:p>
            <a:pPr algn="l" marL="1187449" indent="-593725" lvl="1">
              <a:lnSpc>
                <a:spcPts val="6874"/>
              </a:lnSpc>
              <a:buFont typeface="Arial"/>
              <a:buChar char="•"/>
            </a:pPr>
            <a:r>
              <a:rPr lang="en-US" sz="5499">
                <a:solidFill>
                  <a:srgbClr val="5B4330"/>
                </a:solidFill>
                <a:latin typeface="Boriboon"/>
                <a:ea typeface="Boriboon"/>
                <a:cs typeface="Boriboon"/>
                <a:sym typeface="Boriboon"/>
              </a:rPr>
              <a:t>Membuat paparan tentang jasa khalifah Ali Bin Abi Thalib</a:t>
            </a:r>
          </a:p>
          <a:p>
            <a:pPr algn="l" marL="1187449" indent="-593725" lvl="1">
              <a:lnSpc>
                <a:spcPts val="6874"/>
              </a:lnSpc>
              <a:buFont typeface="Arial"/>
              <a:buChar char="•"/>
            </a:pPr>
            <a:r>
              <a:rPr lang="en-US" sz="5499">
                <a:solidFill>
                  <a:srgbClr val="5B4330"/>
                </a:solidFill>
                <a:latin typeface="Boriboon"/>
                <a:ea typeface="Boriboon"/>
                <a:cs typeface="Boriboon"/>
                <a:sym typeface="Boriboon"/>
              </a:rPr>
              <a:t>Meneladani jasa-jasa Khalifah Ali Bin Abi Thalib dan perjuangannya dalam kehidupan sehari-hari.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55262" y="653124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2"/>
                </a:lnTo>
                <a:lnTo>
                  <a:pt x="0" y="898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5774" y="2424013"/>
            <a:ext cx="13528499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Siapakah Ali Bin Abi Thalib????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90633" y="4961479"/>
            <a:ext cx="13070734" cy="299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“Mengapa Ali Bin Abi Thalib dikenal sebagai sahabat Rosul yang sangat cerdas?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2936" y="957304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1"/>
                </a:lnTo>
                <a:lnTo>
                  <a:pt x="0" y="89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27699" y="5072403"/>
            <a:ext cx="1676797" cy="1695291"/>
          </a:xfrm>
          <a:custGeom>
            <a:avLst/>
            <a:gdLst/>
            <a:ahLst/>
            <a:cxnLst/>
            <a:rect r="r" b="b" t="t" l="l"/>
            <a:pathLst>
              <a:path h="1695291" w="1676797">
                <a:moveTo>
                  <a:pt x="0" y="0"/>
                </a:moveTo>
                <a:lnTo>
                  <a:pt x="1676797" y="0"/>
                </a:lnTo>
                <a:lnTo>
                  <a:pt x="1676797" y="1695291"/>
                </a:lnTo>
                <a:lnTo>
                  <a:pt x="0" y="1695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59505" y="5144642"/>
            <a:ext cx="1533895" cy="1550813"/>
          </a:xfrm>
          <a:custGeom>
            <a:avLst/>
            <a:gdLst/>
            <a:ahLst/>
            <a:cxnLst/>
            <a:rect r="r" b="b" t="t" l="l"/>
            <a:pathLst>
              <a:path h="1550813" w="1533895">
                <a:moveTo>
                  <a:pt x="0" y="0"/>
                </a:moveTo>
                <a:lnTo>
                  <a:pt x="1533894" y="0"/>
                </a:lnTo>
                <a:lnTo>
                  <a:pt x="1533894" y="1550813"/>
                </a:lnTo>
                <a:lnTo>
                  <a:pt x="0" y="15508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1342936" y="1559560"/>
            <a:ext cx="15916364" cy="8378495"/>
            <a:chOff x="0" y="0"/>
            <a:chExt cx="1356115" cy="7138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56115" cy="704286"/>
            </a:xfrm>
            <a:custGeom>
              <a:avLst/>
              <a:gdLst/>
              <a:ahLst/>
              <a:cxnLst/>
              <a:rect r="r" b="b" t="t" l="l"/>
              <a:pathLst>
                <a:path h="704286" w="1356115">
                  <a:moveTo>
                    <a:pt x="1346805" y="0"/>
                  </a:moveTo>
                  <a:lnTo>
                    <a:pt x="9310" y="0"/>
                  </a:lnTo>
                  <a:cubicBezTo>
                    <a:pt x="4168" y="0"/>
                    <a:pt x="0" y="4168"/>
                    <a:pt x="0" y="9310"/>
                  </a:cubicBezTo>
                  <a:lnTo>
                    <a:pt x="0" y="640384"/>
                  </a:lnTo>
                  <a:cubicBezTo>
                    <a:pt x="72134" y="695837"/>
                    <a:pt x="302962" y="750983"/>
                    <a:pt x="649203" y="640384"/>
                  </a:cubicBezTo>
                  <a:cubicBezTo>
                    <a:pt x="995447" y="507292"/>
                    <a:pt x="1264746" y="584928"/>
                    <a:pt x="1356115" y="640384"/>
                  </a:cubicBezTo>
                  <a:lnTo>
                    <a:pt x="1356115" y="9310"/>
                  </a:lnTo>
                  <a:cubicBezTo>
                    <a:pt x="1356115" y="4168"/>
                    <a:pt x="1351947" y="0"/>
                    <a:pt x="1346805" y="0"/>
                  </a:cubicBezTo>
                  <a:close/>
                </a:path>
              </a:pathLst>
            </a:custGeom>
            <a:solidFill>
              <a:srgbClr val="F5CAA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56115" cy="598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545465"/>
            <a:ext cx="16230600" cy="101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Fakta Khalifah Ali Bin Abi Thalib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8343" y="2157992"/>
            <a:ext cx="17669657" cy="7428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8901" indent="-569451" lvl="1">
              <a:lnSpc>
                <a:spcPts val="7385"/>
              </a:lnSpc>
              <a:buFont typeface="Arial"/>
              <a:buChar char="•"/>
            </a:pPr>
            <a:r>
              <a:rPr lang="en-US" b="true" sz="52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Khalifah ke-4 setelah Usman bin Affan</a:t>
            </a:r>
          </a:p>
          <a:p>
            <a:pPr algn="l" marL="1138901" indent="-569451" lvl="1">
              <a:lnSpc>
                <a:spcPts val="7385"/>
              </a:lnSpc>
              <a:buFont typeface="Arial"/>
              <a:buChar char="•"/>
            </a:pPr>
            <a:r>
              <a:rPr lang="en-US" b="true" sz="52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Khalifah yang zuhud dan sederhana</a:t>
            </a:r>
          </a:p>
          <a:p>
            <a:pPr algn="l" marL="1138901" indent="-569451" lvl="1">
              <a:lnSpc>
                <a:spcPts val="7385"/>
              </a:lnSpc>
              <a:buFont typeface="Arial"/>
              <a:buChar char="•"/>
            </a:pPr>
            <a:r>
              <a:rPr lang="en-US" b="true" sz="52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Perwira yang sangat cerdas, cekatan, teguh pendirian dan pemberani</a:t>
            </a:r>
          </a:p>
          <a:p>
            <a:pPr algn="l" marL="1138901" indent="-569451" lvl="1">
              <a:lnSpc>
                <a:spcPts val="7385"/>
              </a:lnSpc>
              <a:buFont typeface="Arial"/>
              <a:buChar char="•"/>
            </a:pPr>
            <a:r>
              <a:rPr lang="en-US" b="true" sz="52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Dikenal dengan </a:t>
            </a:r>
            <a:r>
              <a:rPr lang="en-US" b="true" sz="5275" i="true">
                <a:solidFill>
                  <a:srgbClr val="5B433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Asadullah </a:t>
            </a:r>
            <a:r>
              <a:rPr lang="en-US" b="true" sz="52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(Singa Allah) karena pemberani</a:t>
            </a:r>
          </a:p>
          <a:p>
            <a:pPr algn="l" marL="1138901" indent="-569451" lvl="1">
              <a:lnSpc>
                <a:spcPts val="7385"/>
              </a:lnSpc>
              <a:buFont typeface="Arial"/>
              <a:buChar char="•"/>
            </a:pPr>
            <a:r>
              <a:rPr lang="en-US" b="true" sz="52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diberi julukan </a:t>
            </a:r>
            <a:r>
              <a:rPr lang="en-US" b="true" sz="5275" i="true">
                <a:solidFill>
                  <a:srgbClr val="5B433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Baabul Ilmi</a:t>
            </a:r>
            <a:r>
              <a:rPr lang="en-US" b="true" sz="5275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(pintunya ilmu)</a:t>
            </a:r>
          </a:p>
          <a:p>
            <a:pPr algn="l">
              <a:lnSpc>
                <a:spcPts val="738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0948" y="1028700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2"/>
                </a:lnTo>
                <a:lnTo>
                  <a:pt x="0" y="8980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920538">
            <a:off x="15854397" y="3411633"/>
            <a:ext cx="1025031" cy="2646794"/>
          </a:xfrm>
          <a:custGeom>
            <a:avLst/>
            <a:gdLst/>
            <a:ahLst/>
            <a:cxnLst/>
            <a:rect r="r" b="b" t="t" l="l"/>
            <a:pathLst>
              <a:path h="2646794" w="1025031">
                <a:moveTo>
                  <a:pt x="0" y="0"/>
                </a:moveTo>
                <a:lnTo>
                  <a:pt x="1025031" y="0"/>
                </a:lnTo>
                <a:lnTo>
                  <a:pt x="1025031" y="2646794"/>
                </a:lnTo>
                <a:lnTo>
                  <a:pt x="0" y="26467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40948" y="528447"/>
            <a:ext cx="15518352" cy="200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6999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Jasa-Jasa Khalifah Ali Bin Abi Thalib</a:t>
            </a:r>
          </a:p>
          <a:p>
            <a:pPr algn="ctr">
              <a:lnSpc>
                <a:spcPts val="78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48881"/>
            <a:ext cx="16230600" cy="824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8294" indent="-459147" lvl="1">
              <a:lnSpc>
                <a:spcPts val="5954"/>
              </a:lnSpc>
              <a:buAutoNum type="arabicPeriod" startAt="1"/>
            </a:pPr>
            <a:r>
              <a:rPr lang="en-US" b="true" sz="4253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Menata Administrasi negara, memberhentikan dan mengganti beberapa pejabat  yang diangkat karena kekerabatan</a:t>
            </a:r>
          </a:p>
          <a:p>
            <a:pPr algn="l" marL="918294" indent="-459147" lvl="1">
              <a:lnSpc>
                <a:spcPts val="5954"/>
              </a:lnSpc>
              <a:buAutoNum type="arabicPeriod" startAt="1"/>
            </a:pPr>
            <a:r>
              <a:rPr lang="en-US" b="true" sz="4253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Menarik kembali tanah milik negara dan harta </a:t>
            </a:r>
            <a:r>
              <a:rPr lang="en-US" b="true" sz="4253" i="true">
                <a:solidFill>
                  <a:srgbClr val="5B433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baitul mal</a:t>
            </a:r>
          </a:p>
          <a:p>
            <a:pPr algn="l" marL="918294" indent="-459147" lvl="1">
              <a:lnSpc>
                <a:spcPts val="5954"/>
              </a:lnSpc>
              <a:buAutoNum type="arabicPeriod" startAt="1"/>
            </a:pPr>
            <a:r>
              <a:rPr lang="en-US" b="true" sz="4253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Penulisan buku pokok-pokok</a:t>
            </a:r>
            <a:r>
              <a:rPr lang="en-US" b="true" sz="4253" i="true">
                <a:solidFill>
                  <a:srgbClr val="5B433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ilmu nahwu. Qaidah Nahwiyah </a:t>
            </a:r>
            <a:r>
              <a:rPr lang="en-US" b="true" sz="4253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yang ditulis oleh Abul Aswad Ad duali berdasarkan perintah Ali bin Abi Thalib.</a:t>
            </a:r>
          </a:p>
          <a:p>
            <a:pPr algn="l" marL="918294" indent="-459147" lvl="1">
              <a:lnSpc>
                <a:spcPts val="5954"/>
              </a:lnSpc>
              <a:buAutoNum type="arabicPeriod" startAt="1"/>
            </a:pPr>
            <a:r>
              <a:rPr lang="en-US" b="true" sz="4253">
                <a:solidFill>
                  <a:srgbClr val="5B43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Membangun Kota Kuffah, dijaadikan sebagai pusat pengembangan ilmu pengetahuan, nahwu, tafsir dan Hadits.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0948" y="244655"/>
            <a:ext cx="14806104" cy="8980752"/>
          </a:xfrm>
          <a:custGeom>
            <a:avLst/>
            <a:gdLst/>
            <a:ahLst/>
            <a:cxnLst/>
            <a:rect r="r" b="b" t="t" l="l"/>
            <a:pathLst>
              <a:path h="8980752" w="14806104">
                <a:moveTo>
                  <a:pt x="0" y="0"/>
                </a:moveTo>
                <a:lnTo>
                  <a:pt x="14806104" y="0"/>
                </a:lnTo>
                <a:lnTo>
                  <a:pt x="14806104" y="8980751"/>
                </a:lnTo>
                <a:lnTo>
                  <a:pt x="0" y="8980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7768" y="3174365"/>
            <a:ext cx="16692464" cy="3783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Time to game......</a:t>
            </a:r>
          </a:p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6500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</a:rPr>
              <a:t>lets goooooooo!!!</a:t>
            </a:r>
          </a:p>
          <a:p>
            <a:pPr algn="ctr">
              <a:lnSpc>
                <a:spcPts val="7280"/>
              </a:lnSpc>
              <a:spcBef>
                <a:spcPct val="0"/>
              </a:spcBef>
            </a:pPr>
          </a:p>
          <a:p>
            <a:pPr algn="ctr">
              <a:lnSpc>
                <a:spcPts val="7280"/>
              </a:lnSpc>
              <a:spcBef>
                <a:spcPct val="0"/>
              </a:spcBef>
            </a:pPr>
            <a:r>
              <a:rPr lang="en-US" sz="6500" u="sng">
                <a:solidFill>
                  <a:srgbClr val="000000"/>
                </a:solidFill>
                <a:latin typeface="Calistoga"/>
                <a:ea typeface="Calistoga"/>
                <a:cs typeface="Calistoga"/>
                <a:sym typeface="Calistoga"/>
                <a:hlinkClick r:id="rId4" tooltip="https://wayground.com/join?gc=52693926"/>
              </a:rPr>
              <a:t>https://wayground.com/join?gc=32648614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0"/>
            <a:ext cx="12724969" cy="9827663"/>
          </a:xfrm>
          <a:custGeom>
            <a:avLst/>
            <a:gdLst/>
            <a:ahLst/>
            <a:cxnLst/>
            <a:rect r="r" b="b" t="t" l="l"/>
            <a:pathLst>
              <a:path h="9827663" w="12724969">
                <a:moveTo>
                  <a:pt x="0" y="0"/>
                </a:moveTo>
                <a:lnTo>
                  <a:pt x="12724969" y="0"/>
                </a:lnTo>
                <a:lnTo>
                  <a:pt x="12724969" y="9827663"/>
                </a:lnTo>
                <a:lnTo>
                  <a:pt x="0" y="98276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08550" y="1028700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08550" y="2006756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08550" y="2984813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08550" y="3962869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08550" y="4940925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808550" y="5918982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08550" y="6897038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2"/>
                </a:lnTo>
                <a:lnTo>
                  <a:pt x="0" y="405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08550" y="7875094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08550" y="8853150"/>
            <a:ext cx="847864" cy="405622"/>
          </a:xfrm>
          <a:custGeom>
            <a:avLst/>
            <a:gdLst/>
            <a:ahLst/>
            <a:cxnLst/>
            <a:rect r="r" b="b" t="t" l="l"/>
            <a:pathLst>
              <a:path h="405622" w="847864">
                <a:moveTo>
                  <a:pt x="0" y="0"/>
                </a:moveTo>
                <a:lnTo>
                  <a:pt x="847864" y="0"/>
                </a:lnTo>
                <a:lnTo>
                  <a:pt x="847864" y="405623"/>
                </a:lnTo>
                <a:lnTo>
                  <a:pt x="0" y="4056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6616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85585" y="2852834"/>
            <a:ext cx="8716830" cy="4705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42"/>
              </a:lnSpc>
            </a:pPr>
            <a:r>
              <a:rPr lang="en-US" sz="16466">
                <a:solidFill>
                  <a:srgbClr val="5B4330"/>
                </a:solidFill>
                <a:latin typeface="Calistoga"/>
                <a:ea typeface="Calistoga"/>
                <a:cs typeface="Calistoga"/>
                <a:sym typeface="Calistoga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DAG8m-PmXsw</dc:identifier>
  <dcterms:modified xsi:type="dcterms:W3CDTF">2011-08-01T06:04:30Z</dcterms:modified>
  <cp:revision>1</cp:revision>
  <dc:title>Jasa-jasa Khalifah Ali Bin Abi Thalib</dc:title>
</cp:coreProperties>
</file>