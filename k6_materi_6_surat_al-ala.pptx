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hewy" panose="020B0604020202020204" charset="0"/>
      <p:regular r:id="rId14"/>
    </p:embeddedFont>
    <p:embeddedFont>
      <p:font typeface="Open Sans" panose="020B0606030504020204" pitchFamily="34" charset="0"/>
      <p:regular r:id="rId15"/>
    </p:embeddedFont>
    <p:embeddedFont>
      <p:font typeface="Poppins" panose="00000500000000000000" pitchFamily="2" charset="0"/>
      <p:regular r:id="rId16"/>
    </p:embeddedFont>
    <p:embeddedFont>
      <p:font typeface="Poppins Bold" panose="00000800000000000000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516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12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12.svg"/><Relationship Id="rId5" Type="http://schemas.openxmlformats.org/officeDocument/2006/relationships/image" Target="../media/image10.sv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4.svg"/><Relationship Id="rId7" Type="http://schemas.openxmlformats.org/officeDocument/2006/relationships/image" Target="../media/image1.png"/><Relationship Id="rId12" Type="http://schemas.openxmlformats.org/officeDocument/2006/relationships/image" Target="../media/image1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17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12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0.svg"/><Relationship Id="rId3" Type="http://schemas.openxmlformats.org/officeDocument/2006/relationships/image" Target="../media/image4.svg"/><Relationship Id="rId7" Type="http://schemas.openxmlformats.org/officeDocument/2006/relationships/image" Target="../media/image12.svg"/><Relationship Id="rId12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hyperlink" Target="https://www.youtube.com/watch?v=SDQtVNVUikU&amp;pp=ygUabWVtYmFjYSBzdXJhaCBhbCBhJ2xhIEFOQUs%3D" TargetMode="External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12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10.svg"/><Relationship Id="rId5" Type="http://schemas.openxmlformats.org/officeDocument/2006/relationships/image" Target="../media/image12.sv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2.svg"/><Relationship Id="rId1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12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1.png"/><Relationship Id="rId5" Type="http://schemas.openxmlformats.org/officeDocument/2006/relationships/image" Target="../media/image12.svg"/><Relationship Id="rId10" Type="http://schemas.openxmlformats.org/officeDocument/2006/relationships/image" Target="../media/image23.png"/><Relationship Id="rId4" Type="http://schemas.openxmlformats.org/officeDocument/2006/relationships/image" Target="../media/image11.png"/><Relationship Id="rId9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12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15.svg"/><Relationship Id="rId5" Type="http://schemas.openxmlformats.org/officeDocument/2006/relationships/image" Target="../media/image6.svg"/><Relationship Id="rId10" Type="http://schemas.openxmlformats.org/officeDocument/2006/relationships/image" Target="../media/image14.png"/><Relationship Id="rId4" Type="http://schemas.openxmlformats.org/officeDocument/2006/relationships/image" Target="../media/image19.pn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12" Type="http://schemas.openxmlformats.org/officeDocument/2006/relationships/image" Target="../media/image1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14.png"/><Relationship Id="rId5" Type="http://schemas.openxmlformats.org/officeDocument/2006/relationships/image" Target="../media/image10.svg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12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15.svg"/><Relationship Id="rId5" Type="http://schemas.openxmlformats.org/officeDocument/2006/relationships/image" Target="../media/image4.sv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12" Type="http://schemas.openxmlformats.org/officeDocument/2006/relationships/hyperlink" Target="https://wayground.com/join?gc=043506&amp;source=liveDashboard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hyperlink" Target="https://wordwall.net/resource/104526305" TargetMode="External"/><Relationship Id="rId5" Type="http://schemas.openxmlformats.org/officeDocument/2006/relationships/image" Target="../media/image4.svg"/><Relationship Id="rId10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12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12.svg"/><Relationship Id="rId5" Type="http://schemas.openxmlformats.org/officeDocument/2006/relationships/image" Target="../media/image2.svg"/><Relationship Id="rId10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6202" y="2883089"/>
            <a:ext cx="2948014" cy="5264310"/>
          </a:xfrm>
          <a:custGeom>
            <a:avLst/>
            <a:gdLst/>
            <a:ahLst/>
            <a:cxnLst/>
            <a:rect l="l" t="t" r="r" b="b"/>
            <a:pathLst>
              <a:path w="2948014" h="5264310">
                <a:moveTo>
                  <a:pt x="0" y="0"/>
                </a:moveTo>
                <a:lnTo>
                  <a:pt x="2948014" y="0"/>
                </a:lnTo>
                <a:lnTo>
                  <a:pt x="2948014" y="5264310"/>
                </a:lnTo>
                <a:lnTo>
                  <a:pt x="0" y="5264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72532" y="7878385"/>
            <a:ext cx="19233064" cy="10060653"/>
          </a:xfrm>
          <a:custGeom>
            <a:avLst/>
            <a:gdLst/>
            <a:ahLst/>
            <a:cxnLst/>
            <a:rect l="l" t="t" r="r" b="b"/>
            <a:pathLst>
              <a:path w="19233064" h="10060653">
                <a:moveTo>
                  <a:pt x="0" y="0"/>
                </a:moveTo>
                <a:lnTo>
                  <a:pt x="19233064" y="0"/>
                </a:lnTo>
                <a:lnTo>
                  <a:pt x="19233064" y="10060653"/>
                </a:lnTo>
                <a:lnTo>
                  <a:pt x="0" y="10060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535" t="-31799" r="-6025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3566" y="906079"/>
            <a:ext cx="4834604" cy="4834604"/>
          </a:xfrm>
          <a:custGeom>
            <a:avLst/>
            <a:gdLst/>
            <a:ahLst/>
            <a:cxnLst/>
            <a:rect l="l" t="t" r="r" b="b"/>
            <a:pathLst>
              <a:path w="4834604" h="4834604">
                <a:moveTo>
                  <a:pt x="4834605" y="0"/>
                </a:moveTo>
                <a:lnTo>
                  <a:pt x="0" y="0"/>
                </a:lnTo>
                <a:lnTo>
                  <a:pt x="0" y="4834605"/>
                </a:lnTo>
                <a:lnTo>
                  <a:pt x="4834605" y="4834605"/>
                </a:lnTo>
                <a:lnTo>
                  <a:pt x="483460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891209" y="1391308"/>
            <a:ext cx="10505582" cy="5797295"/>
            <a:chOff x="0" y="0"/>
            <a:chExt cx="3338689" cy="18423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38689" cy="1842389"/>
            </a:xfrm>
            <a:custGeom>
              <a:avLst/>
              <a:gdLst/>
              <a:ahLst/>
              <a:cxnLst/>
              <a:rect l="l" t="t" r="r" b="b"/>
              <a:pathLst>
                <a:path w="3338689" h="1842389">
                  <a:moveTo>
                    <a:pt x="14739" y="0"/>
                  </a:moveTo>
                  <a:lnTo>
                    <a:pt x="3323951" y="0"/>
                  </a:lnTo>
                  <a:cubicBezTo>
                    <a:pt x="3327860" y="0"/>
                    <a:pt x="3331608" y="1553"/>
                    <a:pt x="3334372" y="4317"/>
                  </a:cubicBezTo>
                  <a:cubicBezTo>
                    <a:pt x="3337136" y="7081"/>
                    <a:pt x="3338689" y="10830"/>
                    <a:pt x="3338689" y="14739"/>
                  </a:cubicBezTo>
                  <a:lnTo>
                    <a:pt x="3338689" y="1827650"/>
                  </a:lnTo>
                  <a:cubicBezTo>
                    <a:pt x="3338689" y="1835790"/>
                    <a:pt x="3332090" y="1842389"/>
                    <a:pt x="3323951" y="1842389"/>
                  </a:cubicBezTo>
                  <a:lnTo>
                    <a:pt x="14739" y="1842389"/>
                  </a:lnTo>
                  <a:cubicBezTo>
                    <a:pt x="6599" y="1842389"/>
                    <a:pt x="0" y="1835790"/>
                    <a:pt x="0" y="1827650"/>
                  </a:cubicBezTo>
                  <a:lnTo>
                    <a:pt x="0" y="14739"/>
                  </a:lnTo>
                  <a:cubicBezTo>
                    <a:pt x="0" y="6599"/>
                    <a:pt x="6599" y="0"/>
                    <a:pt x="147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338689" cy="18804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086350" y="1028700"/>
            <a:ext cx="8115300" cy="725216"/>
            <a:chOff x="0" y="0"/>
            <a:chExt cx="2579054" cy="2304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79054" cy="230475"/>
            </a:xfrm>
            <a:custGeom>
              <a:avLst/>
              <a:gdLst/>
              <a:ahLst/>
              <a:cxnLst/>
              <a:rect l="l" t="t" r="r" b="b"/>
              <a:pathLst>
                <a:path w="2579054" h="230475">
                  <a:moveTo>
                    <a:pt x="19080" y="0"/>
                  </a:moveTo>
                  <a:lnTo>
                    <a:pt x="2559974" y="0"/>
                  </a:lnTo>
                  <a:cubicBezTo>
                    <a:pt x="2570512" y="0"/>
                    <a:pt x="2579054" y="8542"/>
                    <a:pt x="2579054" y="19080"/>
                  </a:cubicBezTo>
                  <a:lnTo>
                    <a:pt x="2579054" y="211395"/>
                  </a:lnTo>
                  <a:cubicBezTo>
                    <a:pt x="2579054" y="221932"/>
                    <a:pt x="2570512" y="230475"/>
                    <a:pt x="2559974" y="230475"/>
                  </a:cubicBezTo>
                  <a:lnTo>
                    <a:pt x="19080" y="230475"/>
                  </a:lnTo>
                  <a:cubicBezTo>
                    <a:pt x="8542" y="230475"/>
                    <a:pt x="0" y="221932"/>
                    <a:pt x="0" y="211395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9D5F2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579054" cy="268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16832" y="4119772"/>
            <a:ext cx="3023213" cy="5319437"/>
          </a:xfrm>
          <a:custGeom>
            <a:avLst/>
            <a:gdLst/>
            <a:ahLst/>
            <a:cxnLst/>
            <a:rect l="l" t="t" r="r" b="b"/>
            <a:pathLst>
              <a:path w="3023213" h="5319437">
                <a:moveTo>
                  <a:pt x="0" y="0"/>
                </a:moveTo>
                <a:lnTo>
                  <a:pt x="3023213" y="0"/>
                </a:lnTo>
                <a:lnTo>
                  <a:pt x="3023213" y="5319436"/>
                </a:lnTo>
                <a:lnTo>
                  <a:pt x="0" y="53194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054728" y="4119772"/>
            <a:ext cx="4204572" cy="5319437"/>
          </a:xfrm>
          <a:custGeom>
            <a:avLst/>
            <a:gdLst/>
            <a:ahLst/>
            <a:cxnLst/>
            <a:rect l="l" t="t" r="r" b="b"/>
            <a:pathLst>
              <a:path w="4204572" h="5319437">
                <a:moveTo>
                  <a:pt x="0" y="0"/>
                </a:moveTo>
                <a:lnTo>
                  <a:pt x="4204572" y="0"/>
                </a:lnTo>
                <a:lnTo>
                  <a:pt x="4204572" y="5319436"/>
                </a:lnTo>
                <a:lnTo>
                  <a:pt x="0" y="53194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81274" y="906079"/>
            <a:ext cx="1517871" cy="1506486"/>
          </a:xfrm>
          <a:custGeom>
            <a:avLst/>
            <a:gdLst/>
            <a:ahLst/>
            <a:cxnLst/>
            <a:rect l="l" t="t" r="r" b="b"/>
            <a:pathLst>
              <a:path w="1517871" h="1506486">
                <a:moveTo>
                  <a:pt x="0" y="0"/>
                </a:moveTo>
                <a:lnTo>
                  <a:pt x="1517870" y="0"/>
                </a:lnTo>
                <a:lnTo>
                  <a:pt x="1517870" y="1506487"/>
                </a:lnTo>
                <a:lnTo>
                  <a:pt x="0" y="15064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486400" y="8540496"/>
            <a:ext cx="7315200" cy="1435608"/>
          </a:xfrm>
          <a:custGeom>
            <a:avLst/>
            <a:gdLst/>
            <a:ahLst/>
            <a:cxnLst/>
            <a:rect l="l" t="t" r="r" b="b"/>
            <a:pathLst>
              <a:path w="7315200" h="1435608">
                <a:moveTo>
                  <a:pt x="0" y="0"/>
                </a:moveTo>
                <a:lnTo>
                  <a:pt x="7315200" y="0"/>
                </a:lnTo>
                <a:lnTo>
                  <a:pt x="7315200" y="1435608"/>
                </a:lnTo>
                <a:lnTo>
                  <a:pt x="0" y="14356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650389" y="7878385"/>
            <a:ext cx="2987221" cy="1560823"/>
          </a:xfrm>
          <a:custGeom>
            <a:avLst/>
            <a:gdLst/>
            <a:ahLst/>
            <a:cxnLst/>
            <a:rect l="l" t="t" r="r" b="b"/>
            <a:pathLst>
              <a:path w="2987221" h="1560823">
                <a:moveTo>
                  <a:pt x="0" y="0"/>
                </a:moveTo>
                <a:lnTo>
                  <a:pt x="2987222" y="0"/>
                </a:lnTo>
                <a:lnTo>
                  <a:pt x="2987222" y="1560823"/>
                </a:lnTo>
                <a:lnTo>
                  <a:pt x="0" y="15608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368381" y="2197447"/>
            <a:ext cx="9551239" cy="4375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82"/>
              </a:lnSpc>
            </a:pPr>
            <a:r>
              <a:rPr lang="en-US" sz="11282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Mengaji</a:t>
            </a:r>
          </a:p>
          <a:p>
            <a:pPr algn="ctr">
              <a:lnSpc>
                <a:spcPts val="11282"/>
              </a:lnSpc>
            </a:pPr>
            <a:r>
              <a:rPr lang="en-US" sz="11282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Al-Qur’an</a:t>
            </a:r>
          </a:p>
          <a:p>
            <a:pPr algn="ctr">
              <a:lnSpc>
                <a:spcPts val="11282"/>
              </a:lnSpc>
            </a:pPr>
            <a:r>
              <a:rPr lang="en-US" sz="11282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Surah Al-A’la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33143" y="1051320"/>
            <a:ext cx="8221713" cy="58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1"/>
              </a:lnSpc>
            </a:pPr>
            <a:r>
              <a:rPr lang="en-US" sz="32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Pendidikan Agama Islam | Kelas 6 SD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00217" y="9152188"/>
            <a:ext cx="5404339" cy="61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6F2E6"/>
                </a:solidFill>
                <a:latin typeface="Open Sans"/>
                <a:ea typeface="Open Sans"/>
                <a:cs typeface="Open Sans"/>
                <a:sym typeface="Open Sans"/>
              </a:rPr>
              <a:t>KKG PAI KOTA BANJAR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2532" y="7631327"/>
            <a:ext cx="19233064" cy="10060653"/>
          </a:xfrm>
          <a:custGeom>
            <a:avLst/>
            <a:gdLst/>
            <a:ahLst/>
            <a:cxnLst/>
            <a:rect l="l" t="t" r="r" b="b"/>
            <a:pathLst>
              <a:path w="19233064" h="10060653">
                <a:moveTo>
                  <a:pt x="0" y="0"/>
                </a:moveTo>
                <a:lnTo>
                  <a:pt x="19233064" y="0"/>
                </a:lnTo>
                <a:lnTo>
                  <a:pt x="19233064" y="10060653"/>
                </a:lnTo>
                <a:lnTo>
                  <a:pt x="0" y="10060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535" t="-31799" r="-602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81100"/>
            <a:ext cx="7578839" cy="236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9013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Tujuan Pembelajaran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752903" y="1028700"/>
            <a:ext cx="7776324" cy="6397132"/>
            <a:chOff x="0" y="0"/>
            <a:chExt cx="2471327" cy="20330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71327" cy="2033018"/>
            </a:xfrm>
            <a:custGeom>
              <a:avLst/>
              <a:gdLst/>
              <a:ahLst/>
              <a:cxnLst/>
              <a:rect l="l" t="t" r="r" b="b"/>
              <a:pathLst>
                <a:path w="2471327" h="2033018">
                  <a:moveTo>
                    <a:pt x="19912" y="0"/>
                  </a:moveTo>
                  <a:lnTo>
                    <a:pt x="2451415" y="0"/>
                  </a:lnTo>
                  <a:cubicBezTo>
                    <a:pt x="2462412" y="0"/>
                    <a:pt x="2471327" y="8915"/>
                    <a:pt x="2471327" y="19912"/>
                  </a:cubicBezTo>
                  <a:lnTo>
                    <a:pt x="2471327" y="2013106"/>
                  </a:lnTo>
                  <a:cubicBezTo>
                    <a:pt x="2471327" y="2024103"/>
                    <a:pt x="2462412" y="2033018"/>
                    <a:pt x="2451415" y="2033018"/>
                  </a:cubicBezTo>
                  <a:lnTo>
                    <a:pt x="19912" y="2033018"/>
                  </a:lnTo>
                  <a:cubicBezTo>
                    <a:pt x="8915" y="2033018"/>
                    <a:pt x="0" y="2024103"/>
                    <a:pt x="0" y="2013106"/>
                  </a:cubicBezTo>
                  <a:lnTo>
                    <a:pt x="0" y="19912"/>
                  </a:lnTo>
                  <a:cubicBezTo>
                    <a:pt x="0" y="8915"/>
                    <a:pt x="8915" y="0"/>
                    <a:pt x="1991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71327" cy="2071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7225308" y="739841"/>
            <a:ext cx="1382231" cy="1371864"/>
          </a:xfrm>
          <a:custGeom>
            <a:avLst/>
            <a:gdLst/>
            <a:ahLst/>
            <a:cxnLst/>
            <a:rect l="l" t="t" r="r" b="b"/>
            <a:pathLst>
              <a:path w="1382231" h="1371864">
                <a:moveTo>
                  <a:pt x="0" y="0"/>
                </a:moveTo>
                <a:lnTo>
                  <a:pt x="1382231" y="0"/>
                </a:lnTo>
                <a:lnTo>
                  <a:pt x="1382231" y="1371864"/>
                </a:lnTo>
                <a:lnTo>
                  <a:pt x="0" y="1371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519748" y="3956511"/>
            <a:ext cx="2948014" cy="3955053"/>
          </a:xfrm>
          <a:custGeom>
            <a:avLst/>
            <a:gdLst/>
            <a:ahLst/>
            <a:cxnLst/>
            <a:rect l="l" t="t" r="r" b="b"/>
            <a:pathLst>
              <a:path w="2948014" h="3955053">
                <a:moveTo>
                  <a:pt x="0" y="0"/>
                </a:moveTo>
                <a:lnTo>
                  <a:pt x="2948014" y="0"/>
                </a:lnTo>
                <a:lnTo>
                  <a:pt x="2948014" y="3955053"/>
                </a:lnTo>
                <a:lnTo>
                  <a:pt x="0" y="3955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33103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042028" y="3796764"/>
            <a:ext cx="1748790" cy="4114800"/>
          </a:xfrm>
          <a:custGeom>
            <a:avLst/>
            <a:gdLst/>
            <a:ahLst/>
            <a:cxnLst/>
            <a:rect l="l" t="t" r="r" b="b"/>
            <a:pathLst>
              <a:path w="1748790" h="4114800">
                <a:moveTo>
                  <a:pt x="0" y="0"/>
                </a:moveTo>
                <a:lnTo>
                  <a:pt x="1748790" y="0"/>
                </a:lnTo>
                <a:lnTo>
                  <a:pt x="17487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23249" y="8168739"/>
            <a:ext cx="8189741" cy="1607237"/>
          </a:xfrm>
          <a:custGeom>
            <a:avLst/>
            <a:gdLst/>
            <a:ahLst/>
            <a:cxnLst/>
            <a:rect l="l" t="t" r="r" b="b"/>
            <a:pathLst>
              <a:path w="8189741" h="1607237">
                <a:moveTo>
                  <a:pt x="0" y="0"/>
                </a:moveTo>
                <a:lnTo>
                  <a:pt x="8189741" y="0"/>
                </a:lnTo>
                <a:lnTo>
                  <a:pt x="8189741" y="1607237"/>
                </a:lnTo>
                <a:lnTo>
                  <a:pt x="0" y="16072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859914" y="3956511"/>
            <a:ext cx="3916411" cy="5738332"/>
          </a:xfrm>
          <a:custGeom>
            <a:avLst/>
            <a:gdLst/>
            <a:ahLst/>
            <a:cxnLst/>
            <a:rect l="l" t="t" r="r" b="b"/>
            <a:pathLst>
              <a:path w="3916411" h="5738332">
                <a:moveTo>
                  <a:pt x="0" y="0"/>
                </a:moveTo>
                <a:lnTo>
                  <a:pt x="3916411" y="0"/>
                </a:lnTo>
                <a:lnTo>
                  <a:pt x="3916411" y="5738332"/>
                </a:lnTo>
                <a:lnTo>
                  <a:pt x="0" y="573833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009090" y="1330523"/>
            <a:ext cx="7263950" cy="572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Membaca Q.S. Al-A‘la dengan baik dan benar.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Menulis Q.S. Al-A‘la dengan rapi.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Menjelaskan pesan pokok Q.S. Al-A‘la.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Menghafal Q.S. Al-A‘la dengan lancar.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Mensucikan nama Allah dan mengagungkan sifat-Nya.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2532" y="7631327"/>
            <a:ext cx="19233064" cy="10060653"/>
          </a:xfrm>
          <a:custGeom>
            <a:avLst/>
            <a:gdLst/>
            <a:ahLst/>
            <a:cxnLst/>
            <a:rect l="l" t="t" r="r" b="b"/>
            <a:pathLst>
              <a:path w="19233064" h="10060653">
                <a:moveTo>
                  <a:pt x="0" y="0"/>
                </a:moveTo>
                <a:lnTo>
                  <a:pt x="19233064" y="0"/>
                </a:lnTo>
                <a:lnTo>
                  <a:pt x="19233064" y="10060653"/>
                </a:lnTo>
                <a:lnTo>
                  <a:pt x="0" y="10060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535" t="-31799" r="-60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3970867"/>
            <a:ext cx="9035982" cy="5047499"/>
            <a:chOff x="0" y="0"/>
            <a:chExt cx="2871648" cy="16041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71648" cy="1604102"/>
            </a:xfrm>
            <a:custGeom>
              <a:avLst/>
              <a:gdLst/>
              <a:ahLst/>
              <a:cxnLst/>
              <a:rect l="l" t="t" r="r" b="b"/>
              <a:pathLst>
                <a:path w="2871648" h="1604102">
                  <a:moveTo>
                    <a:pt x="17136" y="0"/>
                  </a:moveTo>
                  <a:lnTo>
                    <a:pt x="2854512" y="0"/>
                  </a:lnTo>
                  <a:cubicBezTo>
                    <a:pt x="2863976" y="0"/>
                    <a:pt x="2871648" y="7672"/>
                    <a:pt x="2871648" y="17136"/>
                  </a:cubicBezTo>
                  <a:lnTo>
                    <a:pt x="2871648" y="1586967"/>
                  </a:lnTo>
                  <a:cubicBezTo>
                    <a:pt x="2871648" y="1591511"/>
                    <a:pt x="2869843" y="1595870"/>
                    <a:pt x="2866629" y="1599083"/>
                  </a:cubicBezTo>
                  <a:cubicBezTo>
                    <a:pt x="2863416" y="1602297"/>
                    <a:pt x="2859057" y="1604102"/>
                    <a:pt x="2854512" y="1604102"/>
                  </a:cubicBezTo>
                  <a:lnTo>
                    <a:pt x="17136" y="1604102"/>
                  </a:lnTo>
                  <a:cubicBezTo>
                    <a:pt x="7672" y="1604102"/>
                    <a:pt x="0" y="1596430"/>
                    <a:pt x="0" y="1586967"/>
                  </a:cubicBezTo>
                  <a:lnTo>
                    <a:pt x="0" y="17136"/>
                  </a:lnTo>
                  <a:cubicBezTo>
                    <a:pt x="0" y="7672"/>
                    <a:pt x="7672" y="0"/>
                    <a:pt x="171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71648" cy="1642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0861978" y="846095"/>
            <a:ext cx="4834604" cy="4834604"/>
          </a:xfrm>
          <a:custGeom>
            <a:avLst/>
            <a:gdLst/>
            <a:ahLst/>
            <a:cxnLst/>
            <a:rect l="l" t="t" r="r" b="b"/>
            <a:pathLst>
              <a:path w="4834604" h="4834604">
                <a:moveTo>
                  <a:pt x="4834604" y="0"/>
                </a:moveTo>
                <a:lnTo>
                  <a:pt x="0" y="0"/>
                </a:lnTo>
                <a:lnTo>
                  <a:pt x="0" y="4834605"/>
                </a:lnTo>
                <a:lnTo>
                  <a:pt x="4834604" y="4834605"/>
                </a:lnTo>
                <a:lnTo>
                  <a:pt x="483460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400786" y="3970867"/>
            <a:ext cx="3756988" cy="5836098"/>
          </a:xfrm>
          <a:custGeom>
            <a:avLst/>
            <a:gdLst/>
            <a:ahLst/>
            <a:cxnLst/>
            <a:rect l="l" t="t" r="r" b="b"/>
            <a:pathLst>
              <a:path w="3756988" h="5836098">
                <a:moveTo>
                  <a:pt x="0" y="0"/>
                </a:moveTo>
                <a:lnTo>
                  <a:pt x="3756988" y="0"/>
                </a:lnTo>
                <a:lnTo>
                  <a:pt x="3756988" y="5836098"/>
                </a:lnTo>
                <a:lnTo>
                  <a:pt x="0" y="5836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493879" y="2711209"/>
            <a:ext cx="2948014" cy="5264310"/>
          </a:xfrm>
          <a:custGeom>
            <a:avLst/>
            <a:gdLst/>
            <a:ahLst/>
            <a:cxnLst/>
            <a:rect l="l" t="t" r="r" b="b"/>
            <a:pathLst>
              <a:path w="2948014" h="5264310">
                <a:moveTo>
                  <a:pt x="0" y="0"/>
                </a:moveTo>
                <a:lnTo>
                  <a:pt x="2948013" y="0"/>
                </a:lnTo>
                <a:lnTo>
                  <a:pt x="2948013" y="5264310"/>
                </a:lnTo>
                <a:lnTo>
                  <a:pt x="0" y="52643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546811" y="846095"/>
            <a:ext cx="1517871" cy="1506486"/>
          </a:xfrm>
          <a:custGeom>
            <a:avLst/>
            <a:gdLst/>
            <a:ahLst/>
            <a:cxnLst/>
            <a:rect l="l" t="t" r="r" b="b"/>
            <a:pathLst>
              <a:path w="1517871" h="1506486">
                <a:moveTo>
                  <a:pt x="0" y="0"/>
                </a:moveTo>
                <a:lnTo>
                  <a:pt x="1517871" y="0"/>
                </a:lnTo>
                <a:lnTo>
                  <a:pt x="1517871" y="1506487"/>
                </a:lnTo>
                <a:lnTo>
                  <a:pt x="0" y="15064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181100"/>
            <a:ext cx="6799051" cy="236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9013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Mengenal Surah Al-A’la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6386" y="4154378"/>
            <a:ext cx="8440610" cy="458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Urutan surah ke-87 dalam Al-Qur’an.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Terdiri dari 19 ayat.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Termasuk golongan Makkiyah.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Al-A‘la artinya "Yang Maha Tinggi".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Surah ini diturunkan untuk menegaskan keagungan Allah dan menghibur Rasulullah s.a.w. agar tetap semangat berdakwah.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121715" y="720219"/>
            <a:ext cx="846171" cy="1990990"/>
          </a:xfrm>
          <a:custGeom>
            <a:avLst/>
            <a:gdLst/>
            <a:ahLst/>
            <a:cxnLst/>
            <a:rect l="l" t="t" r="r" b="b"/>
            <a:pathLst>
              <a:path w="846171" h="1990990">
                <a:moveTo>
                  <a:pt x="0" y="0"/>
                </a:moveTo>
                <a:lnTo>
                  <a:pt x="846170" y="0"/>
                </a:lnTo>
                <a:lnTo>
                  <a:pt x="846170" y="1990990"/>
                </a:lnTo>
                <a:lnTo>
                  <a:pt x="0" y="19909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2532" y="7631327"/>
            <a:ext cx="19233064" cy="10060653"/>
          </a:xfrm>
          <a:custGeom>
            <a:avLst/>
            <a:gdLst/>
            <a:ahLst/>
            <a:cxnLst/>
            <a:rect l="l" t="t" r="r" b="b"/>
            <a:pathLst>
              <a:path w="19233064" h="10060653">
                <a:moveTo>
                  <a:pt x="0" y="0"/>
                </a:moveTo>
                <a:lnTo>
                  <a:pt x="19233064" y="0"/>
                </a:lnTo>
                <a:lnTo>
                  <a:pt x="19233064" y="10060653"/>
                </a:lnTo>
                <a:lnTo>
                  <a:pt x="0" y="10060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535" t="-31799" r="-602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7315252" y="5215602"/>
            <a:ext cx="1354179" cy="3186303"/>
          </a:xfrm>
          <a:custGeom>
            <a:avLst/>
            <a:gdLst/>
            <a:ahLst/>
            <a:cxnLst/>
            <a:rect l="l" t="t" r="r" b="b"/>
            <a:pathLst>
              <a:path w="1354179" h="3186303">
                <a:moveTo>
                  <a:pt x="1354179" y="0"/>
                </a:moveTo>
                <a:lnTo>
                  <a:pt x="0" y="0"/>
                </a:lnTo>
                <a:lnTo>
                  <a:pt x="0" y="3186303"/>
                </a:lnTo>
                <a:lnTo>
                  <a:pt x="1354179" y="3186303"/>
                </a:lnTo>
                <a:lnTo>
                  <a:pt x="13541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457580" y="3850899"/>
            <a:ext cx="8916014" cy="5687626"/>
            <a:chOff x="0" y="0"/>
            <a:chExt cx="2833522" cy="18075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33522" cy="1807536"/>
            </a:xfrm>
            <a:custGeom>
              <a:avLst/>
              <a:gdLst/>
              <a:ahLst/>
              <a:cxnLst/>
              <a:rect l="l" t="t" r="r" b="b"/>
              <a:pathLst>
                <a:path w="2833522" h="1807536">
                  <a:moveTo>
                    <a:pt x="17366" y="0"/>
                  </a:moveTo>
                  <a:lnTo>
                    <a:pt x="2816156" y="0"/>
                  </a:lnTo>
                  <a:cubicBezTo>
                    <a:pt x="2825747" y="0"/>
                    <a:pt x="2833522" y="7775"/>
                    <a:pt x="2833522" y="17366"/>
                  </a:cubicBezTo>
                  <a:lnTo>
                    <a:pt x="2833522" y="1790169"/>
                  </a:lnTo>
                  <a:cubicBezTo>
                    <a:pt x="2833522" y="1799760"/>
                    <a:pt x="2825747" y="1807536"/>
                    <a:pt x="2816156" y="1807536"/>
                  </a:cubicBezTo>
                  <a:lnTo>
                    <a:pt x="17366" y="1807536"/>
                  </a:lnTo>
                  <a:cubicBezTo>
                    <a:pt x="7775" y="1807536"/>
                    <a:pt x="0" y="1799760"/>
                    <a:pt x="0" y="1790169"/>
                  </a:cubicBezTo>
                  <a:lnTo>
                    <a:pt x="0" y="17366"/>
                  </a:lnTo>
                  <a:cubicBezTo>
                    <a:pt x="0" y="7775"/>
                    <a:pt x="7775" y="0"/>
                    <a:pt x="173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33522" cy="1845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588695" y="8401905"/>
            <a:ext cx="7001635" cy="1374071"/>
          </a:xfrm>
          <a:custGeom>
            <a:avLst/>
            <a:gdLst/>
            <a:ahLst/>
            <a:cxnLst/>
            <a:rect l="l" t="t" r="r" b="b"/>
            <a:pathLst>
              <a:path w="7001635" h="1374071">
                <a:moveTo>
                  <a:pt x="0" y="0"/>
                </a:moveTo>
                <a:lnTo>
                  <a:pt x="7001634" y="0"/>
                </a:lnTo>
                <a:lnTo>
                  <a:pt x="7001634" y="1374071"/>
                </a:lnTo>
                <a:lnTo>
                  <a:pt x="0" y="1374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439773" y="1028700"/>
            <a:ext cx="5299478" cy="5299478"/>
          </a:xfrm>
          <a:custGeom>
            <a:avLst/>
            <a:gdLst/>
            <a:ahLst/>
            <a:cxnLst/>
            <a:rect l="l" t="t" r="r" b="b"/>
            <a:pathLst>
              <a:path w="5299478" h="5299478">
                <a:moveTo>
                  <a:pt x="5299478" y="0"/>
                </a:moveTo>
                <a:lnTo>
                  <a:pt x="0" y="0"/>
                </a:lnTo>
                <a:lnTo>
                  <a:pt x="0" y="5299478"/>
                </a:lnTo>
                <a:lnTo>
                  <a:pt x="5299478" y="5299478"/>
                </a:lnTo>
                <a:lnTo>
                  <a:pt x="529947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141072" y="4613558"/>
            <a:ext cx="3896880" cy="4924966"/>
          </a:xfrm>
          <a:custGeom>
            <a:avLst/>
            <a:gdLst/>
            <a:ahLst/>
            <a:cxnLst/>
            <a:rect l="l" t="t" r="r" b="b"/>
            <a:pathLst>
              <a:path w="3896880" h="4924966">
                <a:moveTo>
                  <a:pt x="0" y="0"/>
                </a:moveTo>
                <a:lnTo>
                  <a:pt x="3896880" y="0"/>
                </a:lnTo>
                <a:lnTo>
                  <a:pt x="3896880" y="4924967"/>
                </a:lnTo>
                <a:lnTo>
                  <a:pt x="0" y="49249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457580" y="1181100"/>
            <a:ext cx="6799051" cy="236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9013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Membaca Surah Al-A’la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9431" y="4068724"/>
            <a:ext cx="8492313" cy="515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Bukalah Al-Qur’an pada juz 30 dan cari surah Al-A’la.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Awali dengan ta‘awuz dan basmalah.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Perhatikan makhraj dan hukum tajwid.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Hindari kesalahan seperti menambah huruf hamzah di akhir ayat, salah makhraj, atau salah panjang-pendek.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741429" y="1235989"/>
            <a:ext cx="1517871" cy="1506486"/>
          </a:xfrm>
          <a:custGeom>
            <a:avLst/>
            <a:gdLst/>
            <a:ahLst/>
            <a:cxnLst/>
            <a:rect l="l" t="t" r="r" b="b"/>
            <a:pathLst>
              <a:path w="1517871" h="1506486">
                <a:moveTo>
                  <a:pt x="0" y="0"/>
                </a:moveTo>
                <a:lnTo>
                  <a:pt x="1517871" y="0"/>
                </a:lnTo>
                <a:lnTo>
                  <a:pt x="1517871" y="1506487"/>
                </a:lnTo>
                <a:lnTo>
                  <a:pt x="0" y="15064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472532" y="5215602"/>
            <a:ext cx="1354179" cy="3186303"/>
          </a:xfrm>
          <a:custGeom>
            <a:avLst/>
            <a:gdLst/>
            <a:ahLst/>
            <a:cxnLst/>
            <a:rect l="l" t="t" r="r" b="b"/>
            <a:pathLst>
              <a:path w="1354179" h="3186303">
                <a:moveTo>
                  <a:pt x="0" y="0"/>
                </a:moveTo>
                <a:lnTo>
                  <a:pt x="1354179" y="0"/>
                </a:lnTo>
                <a:lnTo>
                  <a:pt x="1354179" y="3186303"/>
                </a:lnTo>
                <a:lnTo>
                  <a:pt x="0" y="318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2532" y="7631327"/>
            <a:ext cx="19233064" cy="10060653"/>
          </a:xfrm>
          <a:custGeom>
            <a:avLst/>
            <a:gdLst/>
            <a:ahLst/>
            <a:cxnLst/>
            <a:rect l="l" t="t" r="r" b="b"/>
            <a:pathLst>
              <a:path w="19233064" h="10060653">
                <a:moveTo>
                  <a:pt x="0" y="0"/>
                </a:moveTo>
                <a:lnTo>
                  <a:pt x="19233064" y="0"/>
                </a:lnTo>
                <a:lnTo>
                  <a:pt x="19233064" y="10060653"/>
                </a:lnTo>
                <a:lnTo>
                  <a:pt x="0" y="10060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535" t="-31799" r="-602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7315252" y="5215602"/>
            <a:ext cx="1354179" cy="3186303"/>
          </a:xfrm>
          <a:custGeom>
            <a:avLst/>
            <a:gdLst/>
            <a:ahLst/>
            <a:cxnLst/>
            <a:rect l="l" t="t" r="r" b="b"/>
            <a:pathLst>
              <a:path w="1354179" h="3186303">
                <a:moveTo>
                  <a:pt x="1354179" y="0"/>
                </a:moveTo>
                <a:lnTo>
                  <a:pt x="0" y="0"/>
                </a:lnTo>
                <a:lnTo>
                  <a:pt x="0" y="3186303"/>
                </a:lnTo>
                <a:lnTo>
                  <a:pt x="1354179" y="3186303"/>
                </a:lnTo>
                <a:lnTo>
                  <a:pt x="13541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564410" y="3850899"/>
            <a:ext cx="11290948" cy="4100638"/>
            <a:chOff x="0" y="0"/>
            <a:chExt cx="3588280" cy="13031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88279" cy="1303189"/>
            </a:xfrm>
            <a:custGeom>
              <a:avLst/>
              <a:gdLst/>
              <a:ahLst/>
              <a:cxnLst/>
              <a:rect l="l" t="t" r="r" b="b"/>
              <a:pathLst>
                <a:path w="3588279" h="1303189">
                  <a:moveTo>
                    <a:pt x="13713" y="0"/>
                  </a:moveTo>
                  <a:lnTo>
                    <a:pt x="3574566" y="0"/>
                  </a:lnTo>
                  <a:cubicBezTo>
                    <a:pt x="3582140" y="0"/>
                    <a:pt x="3588279" y="6140"/>
                    <a:pt x="3588279" y="13713"/>
                  </a:cubicBezTo>
                  <a:lnTo>
                    <a:pt x="3588279" y="1289475"/>
                  </a:lnTo>
                  <a:cubicBezTo>
                    <a:pt x="3588279" y="1297049"/>
                    <a:pt x="3582140" y="1303189"/>
                    <a:pt x="3574566" y="1303189"/>
                  </a:cubicBezTo>
                  <a:lnTo>
                    <a:pt x="13713" y="1303189"/>
                  </a:lnTo>
                  <a:cubicBezTo>
                    <a:pt x="6140" y="1303189"/>
                    <a:pt x="0" y="1297049"/>
                    <a:pt x="0" y="1289475"/>
                  </a:cubicBezTo>
                  <a:lnTo>
                    <a:pt x="0" y="13713"/>
                  </a:lnTo>
                  <a:cubicBezTo>
                    <a:pt x="0" y="6140"/>
                    <a:pt x="6140" y="0"/>
                    <a:pt x="1371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588280" cy="1341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588695" y="8401905"/>
            <a:ext cx="7001635" cy="1374071"/>
          </a:xfrm>
          <a:custGeom>
            <a:avLst/>
            <a:gdLst/>
            <a:ahLst/>
            <a:cxnLst/>
            <a:rect l="l" t="t" r="r" b="b"/>
            <a:pathLst>
              <a:path w="7001635" h="1374071">
                <a:moveTo>
                  <a:pt x="0" y="0"/>
                </a:moveTo>
                <a:lnTo>
                  <a:pt x="7001634" y="0"/>
                </a:lnTo>
                <a:lnTo>
                  <a:pt x="7001634" y="1374071"/>
                </a:lnTo>
                <a:lnTo>
                  <a:pt x="0" y="1374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439773" y="1028700"/>
            <a:ext cx="5299478" cy="5299478"/>
          </a:xfrm>
          <a:custGeom>
            <a:avLst/>
            <a:gdLst/>
            <a:ahLst/>
            <a:cxnLst/>
            <a:rect l="l" t="t" r="r" b="b"/>
            <a:pathLst>
              <a:path w="5299478" h="5299478">
                <a:moveTo>
                  <a:pt x="5299478" y="0"/>
                </a:moveTo>
                <a:lnTo>
                  <a:pt x="0" y="0"/>
                </a:lnTo>
                <a:lnTo>
                  <a:pt x="0" y="5299478"/>
                </a:lnTo>
                <a:lnTo>
                  <a:pt x="5299478" y="5299478"/>
                </a:lnTo>
                <a:lnTo>
                  <a:pt x="529947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141072" y="4613558"/>
            <a:ext cx="3896880" cy="4924966"/>
          </a:xfrm>
          <a:custGeom>
            <a:avLst/>
            <a:gdLst/>
            <a:ahLst/>
            <a:cxnLst/>
            <a:rect l="l" t="t" r="r" b="b"/>
            <a:pathLst>
              <a:path w="3896880" h="4924966">
                <a:moveTo>
                  <a:pt x="0" y="0"/>
                </a:moveTo>
                <a:lnTo>
                  <a:pt x="3896880" y="0"/>
                </a:lnTo>
                <a:lnTo>
                  <a:pt x="3896880" y="4924967"/>
                </a:lnTo>
                <a:lnTo>
                  <a:pt x="0" y="49249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457580" y="1181100"/>
            <a:ext cx="6799051" cy="236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9013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Membaca Surah Al-A’la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90329" y="4223311"/>
            <a:ext cx="9668971" cy="4690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5135" lvl="1" indent="-357568" algn="l">
              <a:lnSpc>
                <a:spcPts val="4637"/>
              </a:lnSpc>
              <a:buFont typeface="Arial"/>
              <a:buChar char="•"/>
            </a:pPr>
            <a:r>
              <a:rPr lang="en-US" sz="3312" b="1" dirty="0">
                <a:solidFill>
                  <a:srgbClr val="9D5F2F"/>
                </a:solidFill>
                <a:latin typeface="Poppins Bold"/>
                <a:ea typeface="Poppins Bold"/>
                <a:cs typeface="Poppins Bold"/>
                <a:sym typeface="Poppins Bold"/>
              </a:rPr>
              <a:t>Simak Video </a:t>
            </a:r>
            <a:r>
              <a:rPr lang="en-US" sz="3312" b="1" dirty="0" err="1">
                <a:solidFill>
                  <a:srgbClr val="9D5F2F"/>
                </a:solidFill>
                <a:latin typeface="Poppins Bold"/>
                <a:ea typeface="Poppins Bold"/>
                <a:cs typeface="Poppins Bold"/>
                <a:sym typeface="Poppins Bold"/>
              </a:rPr>
              <a:t>Berikut</a:t>
            </a:r>
            <a:r>
              <a:rPr lang="en-US" sz="3312" b="1" dirty="0">
                <a:solidFill>
                  <a:srgbClr val="9D5F2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312" b="1" dirty="0" err="1">
                <a:solidFill>
                  <a:srgbClr val="9D5F2F"/>
                </a:solidFill>
                <a:latin typeface="Poppins Bold"/>
                <a:ea typeface="Poppins Bold"/>
                <a:cs typeface="Poppins Bold"/>
                <a:sym typeface="Poppins Bold"/>
              </a:rPr>
              <a:t>ini</a:t>
            </a:r>
            <a:r>
              <a:rPr lang="en-US" sz="3312" b="1" dirty="0">
                <a:solidFill>
                  <a:srgbClr val="9D5F2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>
              <a:lnSpc>
                <a:spcPts val="4637"/>
              </a:lnSpc>
            </a:pPr>
            <a:endParaRPr lang="en-US" sz="3312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637"/>
              </a:lnSpc>
            </a:pPr>
            <a:r>
              <a:rPr lang="en-US" sz="3312" b="1" dirty="0">
                <a:solidFill>
                  <a:srgbClr val="9D5F2F"/>
                </a:solidFill>
                <a:latin typeface="Poppins Bold"/>
                <a:ea typeface="Poppins Bold"/>
                <a:cs typeface="Poppins Bold"/>
                <a:sym typeface="Poppins Bold"/>
                <a:hlinkClick r:id="rId11"/>
              </a:rPr>
              <a:t>https://www.youtube.com/watch?v=SDQtVNVUikU&amp;pp=ygUabWVtYmFjYSBzdXJhaCBhbCBhJ2xhIEFOQUs%3D</a:t>
            </a:r>
            <a:endParaRPr lang="en-US" sz="3312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637"/>
              </a:lnSpc>
            </a:pPr>
            <a:endParaRPr lang="en-US" sz="3312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637"/>
              </a:lnSpc>
            </a:pPr>
            <a:endParaRPr lang="en-US" sz="3312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637"/>
              </a:lnSpc>
            </a:pPr>
            <a:endParaRPr lang="en-US" sz="3312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5741429" y="1235989"/>
            <a:ext cx="1517871" cy="1506486"/>
          </a:xfrm>
          <a:custGeom>
            <a:avLst/>
            <a:gdLst/>
            <a:ahLst/>
            <a:cxnLst/>
            <a:rect l="l" t="t" r="r" b="b"/>
            <a:pathLst>
              <a:path w="1517871" h="1506486">
                <a:moveTo>
                  <a:pt x="0" y="0"/>
                </a:moveTo>
                <a:lnTo>
                  <a:pt x="1517871" y="0"/>
                </a:lnTo>
                <a:lnTo>
                  <a:pt x="1517871" y="1506487"/>
                </a:lnTo>
                <a:lnTo>
                  <a:pt x="0" y="15064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472532" y="5215602"/>
            <a:ext cx="1354179" cy="3186303"/>
          </a:xfrm>
          <a:custGeom>
            <a:avLst/>
            <a:gdLst/>
            <a:ahLst/>
            <a:cxnLst/>
            <a:rect l="l" t="t" r="r" b="b"/>
            <a:pathLst>
              <a:path w="1354179" h="3186303">
                <a:moveTo>
                  <a:pt x="0" y="0"/>
                </a:moveTo>
                <a:lnTo>
                  <a:pt x="1354179" y="0"/>
                </a:lnTo>
                <a:lnTo>
                  <a:pt x="1354179" y="3186303"/>
                </a:lnTo>
                <a:lnTo>
                  <a:pt x="0" y="318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22324"/>
            <a:ext cx="9481392" cy="4038074"/>
            <a:chOff x="0" y="0"/>
            <a:chExt cx="3013200" cy="12833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3200" cy="1283306"/>
            </a:xfrm>
            <a:custGeom>
              <a:avLst/>
              <a:gdLst/>
              <a:ahLst/>
              <a:cxnLst/>
              <a:rect l="l" t="t" r="r" b="b"/>
              <a:pathLst>
                <a:path w="3013200" h="1283306">
                  <a:moveTo>
                    <a:pt x="16331" y="0"/>
                  </a:moveTo>
                  <a:lnTo>
                    <a:pt x="2996869" y="0"/>
                  </a:lnTo>
                  <a:cubicBezTo>
                    <a:pt x="3005888" y="0"/>
                    <a:pt x="3013200" y="7312"/>
                    <a:pt x="3013200" y="16331"/>
                  </a:cubicBezTo>
                  <a:lnTo>
                    <a:pt x="3013200" y="1266975"/>
                  </a:lnTo>
                  <a:cubicBezTo>
                    <a:pt x="3013200" y="1271306"/>
                    <a:pt x="3011479" y="1275460"/>
                    <a:pt x="3008417" y="1278523"/>
                  </a:cubicBezTo>
                  <a:cubicBezTo>
                    <a:pt x="3005354" y="1281585"/>
                    <a:pt x="3001200" y="1283306"/>
                    <a:pt x="2996869" y="1283306"/>
                  </a:cubicBezTo>
                  <a:lnTo>
                    <a:pt x="16331" y="1283306"/>
                  </a:lnTo>
                  <a:cubicBezTo>
                    <a:pt x="7312" y="1283306"/>
                    <a:pt x="0" y="1275994"/>
                    <a:pt x="0" y="1266975"/>
                  </a:cubicBezTo>
                  <a:lnTo>
                    <a:pt x="0" y="16331"/>
                  </a:lnTo>
                  <a:cubicBezTo>
                    <a:pt x="0" y="7312"/>
                    <a:pt x="7312" y="0"/>
                    <a:pt x="163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13200" cy="1321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472532" y="7888973"/>
            <a:ext cx="19233064" cy="10060653"/>
          </a:xfrm>
          <a:custGeom>
            <a:avLst/>
            <a:gdLst/>
            <a:ahLst/>
            <a:cxnLst/>
            <a:rect l="l" t="t" r="r" b="b"/>
            <a:pathLst>
              <a:path w="19233064" h="10060653">
                <a:moveTo>
                  <a:pt x="0" y="0"/>
                </a:moveTo>
                <a:lnTo>
                  <a:pt x="19233064" y="0"/>
                </a:lnTo>
                <a:lnTo>
                  <a:pt x="19233064" y="10060653"/>
                </a:lnTo>
                <a:lnTo>
                  <a:pt x="0" y="10060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535" t="-31799" r="-602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720264" y="8571265"/>
            <a:ext cx="7001635" cy="1374071"/>
          </a:xfrm>
          <a:custGeom>
            <a:avLst/>
            <a:gdLst/>
            <a:ahLst/>
            <a:cxnLst/>
            <a:rect l="l" t="t" r="r" b="b"/>
            <a:pathLst>
              <a:path w="7001635" h="1374071">
                <a:moveTo>
                  <a:pt x="0" y="0"/>
                </a:moveTo>
                <a:lnTo>
                  <a:pt x="7001635" y="0"/>
                </a:lnTo>
                <a:lnTo>
                  <a:pt x="7001635" y="1374070"/>
                </a:lnTo>
                <a:lnTo>
                  <a:pt x="0" y="1374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1643682" y="966243"/>
            <a:ext cx="5154800" cy="5154800"/>
          </a:xfrm>
          <a:custGeom>
            <a:avLst/>
            <a:gdLst/>
            <a:ahLst/>
            <a:cxnLst/>
            <a:rect l="l" t="t" r="r" b="b"/>
            <a:pathLst>
              <a:path w="5154800" h="5154800">
                <a:moveTo>
                  <a:pt x="5154799" y="0"/>
                </a:moveTo>
                <a:lnTo>
                  <a:pt x="0" y="0"/>
                </a:lnTo>
                <a:lnTo>
                  <a:pt x="0" y="5154800"/>
                </a:lnTo>
                <a:lnTo>
                  <a:pt x="5154799" y="5154800"/>
                </a:lnTo>
                <a:lnTo>
                  <a:pt x="515479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1423257" y="4215498"/>
            <a:ext cx="5595650" cy="3974103"/>
            <a:chOff x="0" y="0"/>
            <a:chExt cx="7460866" cy="5298804"/>
          </a:xfrm>
        </p:grpSpPr>
        <p:sp>
          <p:nvSpPr>
            <p:cNvPr id="9" name="Freeform 9"/>
            <p:cNvSpPr/>
            <p:nvPr/>
          </p:nvSpPr>
          <p:spPr>
            <a:xfrm>
              <a:off x="0" y="25400"/>
              <a:ext cx="3930685" cy="5273404"/>
            </a:xfrm>
            <a:custGeom>
              <a:avLst/>
              <a:gdLst/>
              <a:ahLst/>
              <a:cxnLst/>
              <a:rect l="l" t="t" r="r" b="b"/>
              <a:pathLst>
                <a:path w="3930685" h="5273404">
                  <a:moveTo>
                    <a:pt x="0" y="0"/>
                  </a:moveTo>
                  <a:lnTo>
                    <a:pt x="3930685" y="0"/>
                  </a:lnTo>
                  <a:lnTo>
                    <a:pt x="3930685" y="5273404"/>
                  </a:lnTo>
                  <a:lnTo>
                    <a:pt x="0" y="5273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b="-33103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3530182" y="0"/>
              <a:ext cx="3930685" cy="5273404"/>
            </a:xfrm>
            <a:custGeom>
              <a:avLst/>
              <a:gdLst/>
              <a:ahLst/>
              <a:cxnLst/>
              <a:rect l="l" t="t" r="r" b="b"/>
              <a:pathLst>
                <a:path w="3930685" h="5273404">
                  <a:moveTo>
                    <a:pt x="0" y="0"/>
                  </a:moveTo>
                  <a:lnTo>
                    <a:pt x="3930684" y="0"/>
                  </a:lnTo>
                  <a:lnTo>
                    <a:pt x="3930684" y="5273404"/>
                  </a:lnTo>
                  <a:lnTo>
                    <a:pt x="0" y="5273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b="-33103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9144000" y="1028700"/>
            <a:ext cx="1517871" cy="1506486"/>
          </a:xfrm>
          <a:custGeom>
            <a:avLst/>
            <a:gdLst/>
            <a:ahLst/>
            <a:cxnLst/>
            <a:rect l="l" t="t" r="r" b="b"/>
            <a:pathLst>
              <a:path w="1517871" h="1506486">
                <a:moveTo>
                  <a:pt x="0" y="0"/>
                </a:moveTo>
                <a:lnTo>
                  <a:pt x="1517871" y="0"/>
                </a:lnTo>
                <a:lnTo>
                  <a:pt x="1517871" y="1506486"/>
                </a:lnTo>
                <a:lnTo>
                  <a:pt x="0" y="15064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394243" y="4469932"/>
            <a:ext cx="3653676" cy="5238246"/>
          </a:xfrm>
          <a:custGeom>
            <a:avLst/>
            <a:gdLst/>
            <a:ahLst/>
            <a:cxnLst/>
            <a:rect l="l" t="t" r="r" b="b"/>
            <a:pathLst>
              <a:path w="3653676" h="5238246">
                <a:moveTo>
                  <a:pt x="0" y="0"/>
                </a:moveTo>
                <a:lnTo>
                  <a:pt x="3653677" y="0"/>
                </a:lnTo>
                <a:lnTo>
                  <a:pt x="3653677" y="5238246"/>
                </a:lnTo>
                <a:lnTo>
                  <a:pt x="0" y="52382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181100"/>
            <a:ext cx="6799051" cy="236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9013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Menulis Surah Al-A’la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3984" y="4072623"/>
            <a:ext cx="9030823" cy="3442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Menulis dari kanan ke kiri.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Perhatikan bentuk huruf naik, turun, dan mendatar.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Jaga penempatan harakat.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Latihan menyalin ayat lengkap secara rapi.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7441829" y="5310894"/>
            <a:ext cx="1217028" cy="2863595"/>
          </a:xfrm>
          <a:custGeom>
            <a:avLst/>
            <a:gdLst/>
            <a:ahLst/>
            <a:cxnLst/>
            <a:rect l="l" t="t" r="r" b="b"/>
            <a:pathLst>
              <a:path w="1217028" h="2863595">
                <a:moveTo>
                  <a:pt x="0" y="0"/>
                </a:moveTo>
                <a:lnTo>
                  <a:pt x="1217028" y="0"/>
                </a:lnTo>
                <a:lnTo>
                  <a:pt x="1217028" y="2863595"/>
                </a:lnTo>
                <a:lnTo>
                  <a:pt x="0" y="28635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2532" y="7918965"/>
            <a:ext cx="19233064" cy="10060653"/>
          </a:xfrm>
          <a:custGeom>
            <a:avLst/>
            <a:gdLst/>
            <a:ahLst/>
            <a:cxnLst/>
            <a:rect l="l" t="t" r="r" b="b"/>
            <a:pathLst>
              <a:path w="19233064" h="10060653">
                <a:moveTo>
                  <a:pt x="0" y="0"/>
                </a:moveTo>
                <a:lnTo>
                  <a:pt x="19233064" y="0"/>
                </a:lnTo>
                <a:lnTo>
                  <a:pt x="19233064" y="10060653"/>
                </a:lnTo>
                <a:lnTo>
                  <a:pt x="0" y="10060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535" t="-31799" r="-60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457580" y="3850899"/>
            <a:ext cx="8916014" cy="4068066"/>
            <a:chOff x="0" y="0"/>
            <a:chExt cx="2833522" cy="12928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33522" cy="1292837"/>
            </a:xfrm>
            <a:custGeom>
              <a:avLst/>
              <a:gdLst/>
              <a:ahLst/>
              <a:cxnLst/>
              <a:rect l="l" t="t" r="r" b="b"/>
              <a:pathLst>
                <a:path w="2833522" h="1292837">
                  <a:moveTo>
                    <a:pt x="17366" y="0"/>
                  </a:moveTo>
                  <a:lnTo>
                    <a:pt x="2816156" y="0"/>
                  </a:lnTo>
                  <a:cubicBezTo>
                    <a:pt x="2825747" y="0"/>
                    <a:pt x="2833522" y="7775"/>
                    <a:pt x="2833522" y="17366"/>
                  </a:cubicBezTo>
                  <a:lnTo>
                    <a:pt x="2833522" y="1275471"/>
                  </a:lnTo>
                  <a:cubicBezTo>
                    <a:pt x="2833522" y="1285062"/>
                    <a:pt x="2825747" y="1292837"/>
                    <a:pt x="2816156" y="1292837"/>
                  </a:cubicBezTo>
                  <a:lnTo>
                    <a:pt x="17366" y="1292837"/>
                  </a:lnTo>
                  <a:cubicBezTo>
                    <a:pt x="7775" y="1292837"/>
                    <a:pt x="0" y="1285062"/>
                    <a:pt x="0" y="1275471"/>
                  </a:cubicBezTo>
                  <a:lnTo>
                    <a:pt x="0" y="17366"/>
                  </a:lnTo>
                  <a:cubicBezTo>
                    <a:pt x="0" y="7775"/>
                    <a:pt x="7775" y="0"/>
                    <a:pt x="173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33522" cy="13309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42323" y="8571265"/>
            <a:ext cx="7001635" cy="1374071"/>
          </a:xfrm>
          <a:custGeom>
            <a:avLst/>
            <a:gdLst/>
            <a:ahLst/>
            <a:cxnLst/>
            <a:rect l="l" t="t" r="r" b="b"/>
            <a:pathLst>
              <a:path w="7001635" h="1374071">
                <a:moveTo>
                  <a:pt x="0" y="0"/>
                </a:moveTo>
                <a:lnTo>
                  <a:pt x="7001634" y="0"/>
                </a:lnTo>
                <a:lnTo>
                  <a:pt x="7001634" y="1374070"/>
                </a:lnTo>
                <a:lnTo>
                  <a:pt x="0" y="1374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758935" y="1028700"/>
            <a:ext cx="1517871" cy="1506486"/>
          </a:xfrm>
          <a:custGeom>
            <a:avLst/>
            <a:gdLst/>
            <a:ahLst/>
            <a:cxnLst/>
            <a:rect l="l" t="t" r="r" b="b"/>
            <a:pathLst>
              <a:path w="1517871" h="1506486">
                <a:moveTo>
                  <a:pt x="0" y="0"/>
                </a:moveTo>
                <a:lnTo>
                  <a:pt x="1517870" y="0"/>
                </a:lnTo>
                <a:lnTo>
                  <a:pt x="1517870" y="1506486"/>
                </a:lnTo>
                <a:lnTo>
                  <a:pt x="0" y="15064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2065730" y="1028700"/>
            <a:ext cx="5354820" cy="5354820"/>
          </a:xfrm>
          <a:custGeom>
            <a:avLst/>
            <a:gdLst/>
            <a:ahLst/>
            <a:cxnLst/>
            <a:rect l="l" t="t" r="r" b="b"/>
            <a:pathLst>
              <a:path w="5354820" h="5354820">
                <a:moveTo>
                  <a:pt x="5354820" y="0"/>
                </a:moveTo>
                <a:lnTo>
                  <a:pt x="0" y="0"/>
                </a:lnTo>
                <a:lnTo>
                  <a:pt x="0" y="5354820"/>
                </a:lnTo>
                <a:lnTo>
                  <a:pt x="5354820" y="5354820"/>
                </a:lnTo>
                <a:lnTo>
                  <a:pt x="535482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249572" y="4163974"/>
            <a:ext cx="2987136" cy="5229122"/>
          </a:xfrm>
          <a:custGeom>
            <a:avLst/>
            <a:gdLst/>
            <a:ahLst/>
            <a:cxnLst/>
            <a:rect l="l" t="t" r="r" b="b"/>
            <a:pathLst>
              <a:path w="2987136" h="5229122">
                <a:moveTo>
                  <a:pt x="0" y="0"/>
                </a:moveTo>
                <a:lnTo>
                  <a:pt x="2987136" y="0"/>
                </a:lnTo>
                <a:lnTo>
                  <a:pt x="2987136" y="5229122"/>
                </a:lnTo>
                <a:lnTo>
                  <a:pt x="0" y="5229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457580" y="1181100"/>
            <a:ext cx="6799051" cy="236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9013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Menghafal Surah Al-A’la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9431" y="4068724"/>
            <a:ext cx="8492313" cy="3442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Hafalkan ayat demi ayat.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Minta teman/orangtua menyimak hafalan.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Gunakan jadwal hafalan.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Tips: baca berulang, pahami arti, dan tartil.</a:t>
            </a:r>
          </a:p>
        </p:txBody>
      </p:sp>
      <p:sp>
        <p:nvSpPr>
          <p:cNvPr id="12" name="Freeform 12"/>
          <p:cNvSpPr/>
          <p:nvPr/>
        </p:nvSpPr>
        <p:spPr>
          <a:xfrm>
            <a:off x="-1919314" y="4405994"/>
            <a:ext cx="2948014" cy="3955053"/>
          </a:xfrm>
          <a:custGeom>
            <a:avLst/>
            <a:gdLst/>
            <a:ahLst/>
            <a:cxnLst/>
            <a:rect l="l" t="t" r="r" b="b"/>
            <a:pathLst>
              <a:path w="2948014" h="3955053">
                <a:moveTo>
                  <a:pt x="0" y="0"/>
                </a:moveTo>
                <a:lnTo>
                  <a:pt x="2948014" y="0"/>
                </a:lnTo>
                <a:lnTo>
                  <a:pt x="2948014" y="3955053"/>
                </a:lnTo>
                <a:lnTo>
                  <a:pt x="0" y="39550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b="-33103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687736" y="850798"/>
            <a:ext cx="2948014" cy="2590527"/>
          </a:xfrm>
          <a:custGeom>
            <a:avLst/>
            <a:gdLst/>
            <a:ahLst/>
            <a:cxnLst/>
            <a:rect l="l" t="t" r="r" b="b"/>
            <a:pathLst>
              <a:path w="2948014" h="2590527">
                <a:moveTo>
                  <a:pt x="0" y="0"/>
                </a:moveTo>
                <a:lnTo>
                  <a:pt x="2948014" y="0"/>
                </a:lnTo>
                <a:lnTo>
                  <a:pt x="2948014" y="2590526"/>
                </a:lnTo>
                <a:lnTo>
                  <a:pt x="0" y="25905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b="-103213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2532" y="7888973"/>
            <a:ext cx="19233064" cy="10060653"/>
          </a:xfrm>
          <a:custGeom>
            <a:avLst/>
            <a:gdLst/>
            <a:ahLst/>
            <a:cxnLst/>
            <a:rect l="l" t="t" r="r" b="b"/>
            <a:pathLst>
              <a:path w="19233064" h="10060653">
                <a:moveTo>
                  <a:pt x="0" y="0"/>
                </a:moveTo>
                <a:lnTo>
                  <a:pt x="19233064" y="0"/>
                </a:lnTo>
                <a:lnTo>
                  <a:pt x="19233064" y="10060653"/>
                </a:lnTo>
                <a:lnTo>
                  <a:pt x="0" y="10060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535" t="-31799" r="-60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3850899"/>
            <a:ext cx="9481392" cy="5407401"/>
            <a:chOff x="0" y="0"/>
            <a:chExt cx="3013200" cy="17184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13200" cy="1718480"/>
            </a:xfrm>
            <a:custGeom>
              <a:avLst/>
              <a:gdLst/>
              <a:ahLst/>
              <a:cxnLst/>
              <a:rect l="l" t="t" r="r" b="b"/>
              <a:pathLst>
                <a:path w="3013200" h="1718480">
                  <a:moveTo>
                    <a:pt x="16331" y="0"/>
                  </a:moveTo>
                  <a:lnTo>
                    <a:pt x="2996869" y="0"/>
                  </a:lnTo>
                  <a:cubicBezTo>
                    <a:pt x="3005888" y="0"/>
                    <a:pt x="3013200" y="7312"/>
                    <a:pt x="3013200" y="16331"/>
                  </a:cubicBezTo>
                  <a:lnTo>
                    <a:pt x="3013200" y="1702149"/>
                  </a:lnTo>
                  <a:cubicBezTo>
                    <a:pt x="3013200" y="1711168"/>
                    <a:pt x="3005888" y="1718480"/>
                    <a:pt x="2996869" y="1718480"/>
                  </a:cubicBezTo>
                  <a:lnTo>
                    <a:pt x="16331" y="1718480"/>
                  </a:lnTo>
                  <a:cubicBezTo>
                    <a:pt x="7312" y="1718480"/>
                    <a:pt x="0" y="1711168"/>
                    <a:pt x="0" y="1702149"/>
                  </a:cubicBezTo>
                  <a:lnTo>
                    <a:pt x="0" y="16331"/>
                  </a:lnTo>
                  <a:cubicBezTo>
                    <a:pt x="0" y="7312"/>
                    <a:pt x="7312" y="0"/>
                    <a:pt x="163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013200" cy="1756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1383185" y="966243"/>
            <a:ext cx="5154800" cy="5154800"/>
          </a:xfrm>
          <a:custGeom>
            <a:avLst/>
            <a:gdLst/>
            <a:ahLst/>
            <a:cxnLst/>
            <a:rect l="l" t="t" r="r" b="b"/>
            <a:pathLst>
              <a:path w="5154800" h="5154800">
                <a:moveTo>
                  <a:pt x="5154800" y="0"/>
                </a:moveTo>
                <a:lnTo>
                  <a:pt x="0" y="0"/>
                </a:lnTo>
                <a:lnTo>
                  <a:pt x="0" y="5154800"/>
                </a:lnTo>
                <a:lnTo>
                  <a:pt x="5154800" y="5154800"/>
                </a:lnTo>
                <a:lnTo>
                  <a:pt x="51548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259300" y="1028700"/>
            <a:ext cx="2361173" cy="3167748"/>
          </a:xfrm>
          <a:custGeom>
            <a:avLst/>
            <a:gdLst/>
            <a:ahLst/>
            <a:cxnLst/>
            <a:rect l="l" t="t" r="r" b="b"/>
            <a:pathLst>
              <a:path w="2361173" h="3167748">
                <a:moveTo>
                  <a:pt x="0" y="0"/>
                </a:moveTo>
                <a:lnTo>
                  <a:pt x="2361173" y="0"/>
                </a:lnTo>
                <a:lnTo>
                  <a:pt x="2361173" y="3167748"/>
                </a:lnTo>
                <a:lnTo>
                  <a:pt x="0" y="31677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33103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0" y="1028700"/>
            <a:ext cx="1517871" cy="1506486"/>
          </a:xfrm>
          <a:custGeom>
            <a:avLst/>
            <a:gdLst/>
            <a:ahLst/>
            <a:cxnLst/>
            <a:rect l="l" t="t" r="r" b="b"/>
            <a:pathLst>
              <a:path w="1517871" h="1506486">
                <a:moveTo>
                  <a:pt x="0" y="0"/>
                </a:moveTo>
                <a:lnTo>
                  <a:pt x="1517871" y="0"/>
                </a:lnTo>
                <a:lnTo>
                  <a:pt x="1517871" y="1506486"/>
                </a:lnTo>
                <a:lnTo>
                  <a:pt x="0" y="15064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7259300" y="5143500"/>
            <a:ext cx="1354179" cy="3186303"/>
          </a:xfrm>
          <a:custGeom>
            <a:avLst/>
            <a:gdLst/>
            <a:ahLst/>
            <a:cxnLst/>
            <a:rect l="l" t="t" r="r" b="b"/>
            <a:pathLst>
              <a:path w="1354179" h="3186303">
                <a:moveTo>
                  <a:pt x="1354179" y="0"/>
                </a:moveTo>
                <a:lnTo>
                  <a:pt x="0" y="0"/>
                </a:lnTo>
                <a:lnTo>
                  <a:pt x="0" y="3186303"/>
                </a:lnTo>
                <a:lnTo>
                  <a:pt x="1354179" y="3186303"/>
                </a:lnTo>
                <a:lnTo>
                  <a:pt x="1354179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272306" y="4196448"/>
            <a:ext cx="3779872" cy="5538274"/>
          </a:xfrm>
          <a:custGeom>
            <a:avLst/>
            <a:gdLst/>
            <a:ahLst/>
            <a:cxnLst/>
            <a:rect l="l" t="t" r="r" b="b"/>
            <a:pathLst>
              <a:path w="3779872" h="5538274">
                <a:moveTo>
                  <a:pt x="0" y="0"/>
                </a:moveTo>
                <a:lnTo>
                  <a:pt x="3779873" y="0"/>
                </a:lnTo>
                <a:lnTo>
                  <a:pt x="3779873" y="5538275"/>
                </a:lnTo>
                <a:lnTo>
                  <a:pt x="0" y="5538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1181100"/>
            <a:ext cx="6799051" cy="236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9013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Pesan Pokok Surah Al-A’la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3984" y="4214362"/>
            <a:ext cx="9030823" cy="458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207" lvl="1" indent="-348603" algn="l">
              <a:lnSpc>
                <a:spcPts val="4521"/>
              </a:lnSpc>
              <a:buAutoNum type="arabicPeriod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Mensucikan nama Allah dan mengakui kebesaran-Nya.</a:t>
            </a:r>
          </a:p>
          <a:p>
            <a:pPr marL="697207" lvl="1" indent="-348603" algn="l">
              <a:lnSpc>
                <a:spcPts val="4521"/>
              </a:lnSpc>
              <a:buAutoNum type="arabicPeriod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Allah menciptakan, memberi petunjuk, dan memudahkan jalan kebaikan.</a:t>
            </a:r>
          </a:p>
          <a:p>
            <a:pPr marL="697207" lvl="1" indent="-348603" algn="l">
              <a:lnSpc>
                <a:spcPts val="4521"/>
              </a:lnSpc>
              <a:buAutoNum type="arabicPeriod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Peringatan dan ancaman bagi yang menolak kebenaran.</a:t>
            </a:r>
          </a:p>
          <a:p>
            <a:pPr marL="697207" lvl="1" indent="-348603" algn="l">
              <a:lnSpc>
                <a:spcPts val="4521"/>
              </a:lnSpc>
              <a:buAutoNum type="arabicPeriod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Keberuntungan bagi yang menyucikan diri, salat, dan mengutamakan akhirat.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2532" y="7918965"/>
            <a:ext cx="19233064" cy="10060653"/>
          </a:xfrm>
          <a:custGeom>
            <a:avLst/>
            <a:gdLst/>
            <a:ahLst/>
            <a:cxnLst/>
            <a:rect l="l" t="t" r="r" b="b"/>
            <a:pathLst>
              <a:path w="19233064" h="10060653">
                <a:moveTo>
                  <a:pt x="0" y="0"/>
                </a:moveTo>
                <a:lnTo>
                  <a:pt x="19233064" y="0"/>
                </a:lnTo>
                <a:lnTo>
                  <a:pt x="19233064" y="10060653"/>
                </a:lnTo>
                <a:lnTo>
                  <a:pt x="0" y="10060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535" t="-31799" r="-602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457580" y="3850899"/>
            <a:ext cx="8916014" cy="5057797"/>
            <a:chOff x="0" y="0"/>
            <a:chExt cx="2833522" cy="16073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33522" cy="1607375"/>
            </a:xfrm>
            <a:custGeom>
              <a:avLst/>
              <a:gdLst/>
              <a:ahLst/>
              <a:cxnLst/>
              <a:rect l="l" t="t" r="r" b="b"/>
              <a:pathLst>
                <a:path w="2833522" h="1607375">
                  <a:moveTo>
                    <a:pt x="17366" y="0"/>
                  </a:moveTo>
                  <a:lnTo>
                    <a:pt x="2816156" y="0"/>
                  </a:lnTo>
                  <a:cubicBezTo>
                    <a:pt x="2825747" y="0"/>
                    <a:pt x="2833522" y="7775"/>
                    <a:pt x="2833522" y="17366"/>
                  </a:cubicBezTo>
                  <a:lnTo>
                    <a:pt x="2833522" y="1590009"/>
                  </a:lnTo>
                  <a:cubicBezTo>
                    <a:pt x="2833522" y="1599600"/>
                    <a:pt x="2825747" y="1607375"/>
                    <a:pt x="2816156" y="1607375"/>
                  </a:cubicBezTo>
                  <a:lnTo>
                    <a:pt x="17366" y="1607375"/>
                  </a:lnTo>
                  <a:cubicBezTo>
                    <a:pt x="7775" y="1607375"/>
                    <a:pt x="0" y="1599600"/>
                    <a:pt x="0" y="1590009"/>
                  </a:cubicBezTo>
                  <a:lnTo>
                    <a:pt x="0" y="17366"/>
                  </a:lnTo>
                  <a:cubicBezTo>
                    <a:pt x="0" y="7775"/>
                    <a:pt x="7775" y="0"/>
                    <a:pt x="173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33522" cy="1645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741429" y="1028700"/>
            <a:ext cx="1517871" cy="1506486"/>
          </a:xfrm>
          <a:custGeom>
            <a:avLst/>
            <a:gdLst/>
            <a:ahLst/>
            <a:cxnLst/>
            <a:rect l="l" t="t" r="r" b="b"/>
            <a:pathLst>
              <a:path w="1517871" h="1506486">
                <a:moveTo>
                  <a:pt x="0" y="0"/>
                </a:moveTo>
                <a:lnTo>
                  <a:pt x="1517871" y="0"/>
                </a:lnTo>
                <a:lnTo>
                  <a:pt x="1517871" y="1506486"/>
                </a:lnTo>
                <a:lnTo>
                  <a:pt x="0" y="15064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648710" y="1024977"/>
            <a:ext cx="5354820" cy="5354820"/>
          </a:xfrm>
          <a:custGeom>
            <a:avLst/>
            <a:gdLst/>
            <a:ahLst/>
            <a:cxnLst/>
            <a:rect l="l" t="t" r="r" b="b"/>
            <a:pathLst>
              <a:path w="5354820" h="5354820">
                <a:moveTo>
                  <a:pt x="5354820" y="0"/>
                </a:moveTo>
                <a:lnTo>
                  <a:pt x="0" y="0"/>
                </a:lnTo>
                <a:lnTo>
                  <a:pt x="0" y="5354821"/>
                </a:lnTo>
                <a:lnTo>
                  <a:pt x="5354820" y="5354821"/>
                </a:lnTo>
                <a:lnTo>
                  <a:pt x="535482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713764" y="3082629"/>
            <a:ext cx="2948014" cy="5264310"/>
          </a:xfrm>
          <a:custGeom>
            <a:avLst/>
            <a:gdLst/>
            <a:ahLst/>
            <a:cxnLst/>
            <a:rect l="l" t="t" r="r" b="b"/>
            <a:pathLst>
              <a:path w="2948014" h="5264310">
                <a:moveTo>
                  <a:pt x="0" y="0"/>
                </a:moveTo>
                <a:lnTo>
                  <a:pt x="2948013" y="0"/>
                </a:lnTo>
                <a:lnTo>
                  <a:pt x="2948013" y="5264310"/>
                </a:lnTo>
                <a:lnTo>
                  <a:pt x="0" y="52643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4163974"/>
            <a:ext cx="3164850" cy="5094326"/>
          </a:xfrm>
          <a:custGeom>
            <a:avLst/>
            <a:gdLst/>
            <a:ahLst/>
            <a:cxnLst/>
            <a:rect l="l" t="t" r="r" b="b"/>
            <a:pathLst>
              <a:path w="3164850" h="5094326">
                <a:moveTo>
                  <a:pt x="0" y="0"/>
                </a:moveTo>
                <a:lnTo>
                  <a:pt x="3164850" y="0"/>
                </a:lnTo>
                <a:lnTo>
                  <a:pt x="3164850" y="5094326"/>
                </a:lnTo>
                <a:lnTo>
                  <a:pt x="0" y="5094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457580" y="1058249"/>
            <a:ext cx="6799051" cy="236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9013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Keutamaan Surah Al-A’la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9431" y="4068724"/>
            <a:ext cx="8492313" cy="458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Sering dibaca Rasulullah s.a.w. pada salat Jumat, Idul Fitri, Idul Adha, dan Witir.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Mengandung ajaran tauhid, ketaatan, dan orientasi akhirat.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Meneguhkan hati Nabi s.a.w. dalam dakwah dan mengajarkan kesabaran.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97064" y="1244011"/>
            <a:ext cx="781413" cy="1838618"/>
          </a:xfrm>
          <a:custGeom>
            <a:avLst/>
            <a:gdLst/>
            <a:ahLst/>
            <a:cxnLst/>
            <a:rect l="l" t="t" r="r" b="b"/>
            <a:pathLst>
              <a:path w="781413" h="1838618">
                <a:moveTo>
                  <a:pt x="0" y="0"/>
                </a:moveTo>
                <a:lnTo>
                  <a:pt x="781413" y="0"/>
                </a:lnTo>
                <a:lnTo>
                  <a:pt x="781413" y="1838618"/>
                </a:lnTo>
                <a:lnTo>
                  <a:pt x="0" y="18386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643682" y="966243"/>
            <a:ext cx="5154800" cy="5154800"/>
          </a:xfrm>
          <a:custGeom>
            <a:avLst/>
            <a:gdLst/>
            <a:ahLst/>
            <a:cxnLst/>
            <a:rect l="l" t="t" r="r" b="b"/>
            <a:pathLst>
              <a:path w="5154800" h="5154800">
                <a:moveTo>
                  <a:pt x="5154799" y="0"/>
                </a:moveTo>
                <a:lnTo>
                  <a:pt x="0" y="0"/>
                </a:lnTo>
                <a:lnTo>
                  <a:pt x="0" y="5154800"/>
                </a:lnTo>
                <a:lnTo>
                  <a:pt x="5154799" y="5154800"/>
                </a:lnTo>
                <a:lnTo>
                  <a:pt x="51547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72532" y="8193773"/>
            <a:ext cx="19233064" cy="10060653"/>
          </a:xfrm>
          <a:custGeom>
            <a:avLst/>
            <a:gdLst/>
            <a:ahLst/>
            <a:cxnLst/>
            <a:rect l="l" t="t" r="r" b="b"/>
            <a:pathLst>
              <a:path w="19233064" h="10060653">
                <a:moveTo>
                  <a:pt x="0" y="0"/>
                </a:moveTo>
                <a:lnTo>
                  <a:pt x="19233064" y="0"/>
                </a:lnTo>
                <a:lnTo>
                  <a:pt x="19233064" y="10060653"/>
                </a:lnTo>
                <a:lnTo>
                  <a:pt x="0" y="10060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535" t="-31799" r="-6025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2801184"/>
            <a:ext cx="9481392" cy="6790592"/>
            <a:chOff x="0" y="0"/>
            <a:chExt cx="3013200" cy="21580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13200" cy="2158060"/>
            </a:xfrm>
            <a:custGeom>
              <a:avLst/>
              <a:gdLst/>
              <a:ahLst/>
              <a:cxnLst/>
              <a:rect l="l" t="t" r="r" b="b"/>
              <a:pathLst>
                <a:path w="3013200" h="2158060">
                  <a:moveTo>
                    <a:pt x="16331" y="0"/>
                  </a:moveTo>
                  <a:lnTo>
                    <a:pt x="2996869" y="0"/>
                  </a:lnTo>
                  <a:cubicBezTo>
                    <a:pt x="3005888" y="0"/>
                    <a:pt x="3013200" y="7312"/>
                    <a:pt x="3013200" y="16331"/>
                  </a:cubicBezTo>
                  <a:lnTo>
                    <a:pt x="3013200" y="2141729"/>
                  </a:lnTo>
                  <a:cubicBezTo>
                    <a:pt x="3013200" y="2150748"/>
                    <a:pt x="3005888" y="2158060"/>
                    <a:pt x="2996869" y="2158060"/>
                  </a:cubicBezTo>
                  <a:lnTo>
                    <a:pt x="16331" y="2158060"/>
                  </a:lnTo>
                  <a:cubicBezTo>
                    <a:pt x="7312" y="2158060"/>
                    <a:pt x="0" y="2150748"/>
                    <a:pt x="0" y="2141729"/>
                  </a:cubicBezTo>
                  <a:lnTo>
                    <a:pt x="0" y="16331"/>
                  </a:lnTo>
                  <a:cubicBezTo>
                    <a:pt x="0" y="7312"/>
                    <a:pt x="7312" y="0"/>
                    <a:pt x="163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013200" cy="2196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643682" y="6536929"/>
            <a:ext cx="2948014" cy="1352044"/>
          </a:xfrm>
          <a:custGeom>
            <a:avLst/>
            <a:gdLst/>
            <a:ahLst/>
            <a:cxnLst/>
            <a:rect l="l" t="t" r="r" b="b"/>
            <a:pathLst>
              <a:path w="2948014" h="1352044">
                <a:moveTo>
                  <a:pt x="0" y="0"/>
                </a:moveTo>
                <a:lnTo>
                  <a:pt x="2948013" y="0"/>
                </a:lnTo>
                <a:lnTo>
                  <a:pt x="2948013" y="1352044"/>
                </a:lnTo>
                <a:lnTo>
                  <a:pt x="0" y="1352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28935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385065" y="961428"/>
            <a:ext cx="1517871" cy="1506486"/>
          </a:xfrm>
          <a:custGeom>
            <a:avLst/>
            <a:gdLst/>
            <a:ahLst/>
            <a:cxnLst/>
            <a:rect l="l" t="t" r="r" b="b"/>
            <a:pathLst>
              <a:path w="1517871" h="1506486">
                <a:moveTo>
                  <a:pt x="0" y="0"/>
                </a:moveTo>
                <a:lnTo>
                  <a:pt x="1517870" y="0"/>
                </a:lnTo>
                <a:lnTo>
                  <a:pt x="1517870" y="1506487"/>
                </a:lnTo>
                <a:lnTo>
                  <a:pt x="0" y="15064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3850468" y="6536929"/>
            <a:ext cx="2948014" cy="1352044"/>
          </a:xfrm>
          <a:custGeom>
            <a:avLst/>
            <a:gdLst/>
            <a:ahLst/>
            <a:cxnLst/>
            <a:rect l="l" t="t" r="r" b="b"/>
            <a:pathLst>
              <a:path w="2948014" h="1352044">
                <a:moveTo>
                  <a:pt x="2948013" y="0"/>
                </a:moveTo>
                <a:lnTo>
                  <a:pt x="0" y="0"/>
                </a:lnTo>
                <a:lnTo>
                  <a:pt x="0" y="1352044"/>
                </a:lnTo>
                <a:lnTo>
                  <a:pt x="2948013" y="1352044"/>
                </a:lnTo>
                <a:lnTo>
                  <a:pt x="294801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289359"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7259300" y="5619799"/>
            <a:ext cx="1354179" cy="3186303"/>
          </a:xfrm>
          <a:custGeom>
            <a:avLst/>
            <a:gdLst/>
            <a:ahLst/>
            <a:cxnLst/>
            <a:rect l="l" t="t" r="r" b="b"/>
            <a:pathLst>
              <a:path w="1354179" h="3186303">
                <a:moveTo>
                  <a:pt x="1354179" y="0"/>
                </a:moveTo>
                <a:lnTo>
                  <a:pt x="0" y="0"/>
                </a:lnTo>
                <a:lnTo>
                  <a:pt x="0" y="3186303"/>
                </a:lnTo>
                <a:lnTo>
                  <a:pt x="1354179" y="3186303"/>
                </a:lnTo>
                <a:lnTo>
                  <a:pt x="1354179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61008" y="4376399"/>
            <a:ext cx="4120148" cy="5215377"/>
          </a:xfrm>
          <a:custGeom>
            <a:avLst/>
            <a:gdLst/>
            <a:ahLst/>
            <a:cxnLst/>
            <a:rect l="l" t="t" r="r" b="b"/>
            <a:pathLst>
              <a:path w="4120148" h="5215377">
                <a:moveTo>
                  <a:pt x="0" y="0"/>
                </a:moveTo>
                <a:lnTo>
                  <a:pt x="4120147" y="0"/>
                </a:lnTo>
                <a:lnTo>
                  <a:pt x="4120147" y="5215377"/>
                </a:lnTo>
                <a:lnTo>
                  <a:pt x="0" y="521537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181100"/>
            <a:ext cx="6799051" cy="1219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9013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Kesimpulan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3984" y="2998993"/>
            <a:ext cx="9030823" cy="629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Surah Al-A‘la merupakan surah ke-87 dalam Al-Qur’an, golongan Makkiyah, yang terdiri atas 19 ayat.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Surah ini mengajarkan pentingnya mensucikan nama Allah, menjalankan ketaatan, dan mempersiapkan diri untuk kehidupan akhirat. </a:t>
            </a:r>
          </a:p>
          <a:p>
            <a:pPr marL="697207" lvl="1" indent="-348603" algn="l">
              <a:lnSpc>
                <a:spcPts val="4521"/>
              </a:lnSpc>
              <a:buFont typeface="Arial"/>
              <a:buChar char="•"/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Membaca, menulis, memahami, serta menghafalnya termasuk ibadah yang mendatangkan pahala dan mendekatkan diri kepada Allah.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643682" y="966243"/>
            <a:ext cx="5154800" cy="5154800"/>
          </a:xfrm>
          <a:custGeom>
            <a:avLst/>
            <a:gdLst/>
            <a:ahLst/>
            <a:cxnLst/>
            <a:rect l="l" t="t" r="r" b="b"/>
            <a:pathLst>
              <a:path w="5154800" h="5154800">
                <a:moveTo>
                  <a:pt x="5154799" y="0"/>
                </a:moveTo>
                <a:lnTo>
                  <a:pt x="0" y="0"/>
                </a:lnTo>
                <a:lnTo>
                  <a:pt x="0" y="5154800"/>
                </a:lnTo>
                <a:lnTo>
                  <a:pt x="5154799" y="5154800"/>
                </a:lnTo>
                <a:lnTo>
                  <a:pt x="51547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72532" y="8193773"/>
            <a:ext cx="19233064" cy="10060653"/>
          </a:xfrm>
          <a:custGeom>
            <a:avLst/>
            <a:gdLst/>
            <a:ahLst/>
            <a:cxnLst/>
            <a:rect l="l" t="t" r="r" b="b"/>
            <a:pathLst>
              <a:path w="19233064" h="10060653">
                <a:moveTo>
                  <a:pt x="0" y="0"/>
                </a:moveTo>
                <a:lnTo>
                  <a:pt x="19233064" y="0"/>
                </a:lnTo>
                <a:lnTo>
                  <a:pt x="19233064" y="10060653"/>
                </a:lnTo>
                <a:lnTo>
                  <a:pt x="0" y="10060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535" t="-31799" r="-6025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7690" y="2400643"/>
            <a:ext cx="11365958" cy="6790592"/>
            <a:chOff x="0" y="0"/>
            <a:chExt cx="3700379" cy="21580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00379" cy="2158060"/>
            </a:xfrm>
            <a:custGeom>
              <a:avLst/>
              <a:gdLst/>
              <a:ahLst/>
              <a:cxnLst/>
              <a:rect l="l" t="t" r="r" b="b"/>
              <a:pathLst>
                <a:path w="3700379" h="2158060">
                  <a:moveTo>
                    <a:pt x="13298" y="0"/>
                  </a:moveTo>
                  <a:lnTo>
                    <a:pt x="3687081" y="0"/>
                  </a:lnTo>
                  <a:cubicBezTo>
                    <a:pt x="3694425" y="0"/>
                    <a:pt x="3700379" y="5954"/>
                    <a:pt x="3700379" y="13298"/>
                  </a:cubicBezTo>
                  <a:lnTo>
                    <a:pt x="3700379" y="2144762"/>
                  </a:lnTo>
                  <a:cubicBezTo>
                    <a:pt x="3700379" y="2152106"/>
                    <a:pt x="3694425" y="2158060"/>
                    <a:pt x="3687081" y="2158060"/>
                  </a:cubicBezTo>
                  <a:lnTo>
                    <a:pt x="13298" y="2158060"/>
                  </a:lnTo>
                  <a:cubicBezTo>
                    <a:pt x="9771" y="2158060"/>
                    <a:pt x="6389" y="2156659"/>
                    <a:pt x="3895" y="2154165"/>
                  </a:cubicBezTo>
                  <a:cubicBezTo>
                    <a:pt x="1401" y="2151671"/>
                    <a:pt x="0" y="2148289"/>
                    <a:pt x="0" y="2144762"/>
                  </a:cubicBezTo>
                  <a:lnTo>
                    <a:pt x="0" y="13298"/>
                  </a:lnTo>
                  <a:cubicBezTo>
                    <a:pt x="0" y="9771"/>
                    <a:pt x="1401" y="6389"/>
                    <a:pt x="3895" y="3895"/>
                  </a:cubicBezTo>
                  <a:cubicBezTo>
                    <a:pt x="6389" y="1401"/>
                    <a:pt x="9771" y="0"/>
                    <a:pt x="132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700379" cy="2196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643682" y="6536929"/>
            <a:ext cx="2948014" cy="1352044"/>
          </a:xfrm>
          <a:custGeom>
            <a:avLst/>
            <a:gdLst/>
            <a:ahLst/>
            <a:cxnLst/>
            <a:rect l="l" t="t" r="r" b="b"/>
            <a:pathLst>
              <a:path w="2948014" h="1352044">
                <a:moveTo>
                  <a:pt x="0" y="0"/>
                </a:moveTo>
                <a:lnTo>
                  <a:pt x="2948013" y="0"/>
                </a:lnTo>
                <a:lnTo>
                  <a:pt x="2948013" y="1352044"/>
                </a:lnTo>
                <a:lnTo>
                  <a:pt x="0" y="1352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289359"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3850468" y="6536929"/>
            <a:ext cx="2948014" cy="1352044"/>
          </a:xfrm>
          <a:custGeom>
            <a:avLst/>
            <a:gdLst/>
            <a:ahLst/>
            <a:cxnLst/>
            <a:rect l="l" t="t" r="r" b="b"/>
            <a:pathLst>
              <a:path w="2948014" h="1352044">
                <a:moveTo>
                  <a:pt x="2948013" y="0"/>
                </a:moveTo>
                <a:lnTo>
                  <a:pt x="0" y="0"/>
                </a:lnTo>
                <a:lnTo>
                  <a:pt x="0" y="1352044"/>
                </a:lnTo>
                <a:lnTo>
                  <a:pt x="2948013" y="1352044"/>
                </a:lnTo>
                <a:lnTo>
                  <a:pt x="294801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289359"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7259300" y="5619799"/>
            <a:ext cx="1354179" cy="3186303"/>
          </a:xfrm>
          <a:custGeom>
            <a:avLst/>
            <a:gdLst/>
            <a:ahLst/>
            <a:cxnLst/>
            <a:rect l="l" t="t" r="r" b="b"/>
            <a:pathLst>
              <a:path w="1354179" h="3186303">
                <a:moveTo>
                  <a:pt x="1354179" y="0"/>
                </a:moveTo>
                <a:lnTo>
                  <a:pt x="0" y="0"/>
                </a:lnTo>
                <a:lnTo>
                  <a:pt x="0" y="3186303"/>
                </a:lnTo>
                <a:lnTo>
                  <a:pt x="1354179" y="3186303"/>
                </a:lnTo>
                <a:lnTo>
                  <a:pt x="135417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161008" y="4376399"/>
            <a:ext cx="4120148" cy="5215377"/>
          </a:xfrm>
          <a:custGeom>
            <a:avLst/>
            <a:gdLst/>
            <a:ahLst/>
            <a:cxnLst/>
            <a:rect l="l" t="t" r="r" b="b"/>
            <a:pathLst>
              <a:path w="4120148" h="5215377">
                <a:moveTo>
                  <a:pt x="0" y="0"/>
                </a:moveTo>
                <a:lnTo>
                  <a:pt x="4120147" y="0"/>
                </a:lnTo>
                <a:lnTo>
                  <a:pt x="4120147" y="5215377"/>
                </a:lnTo>
                <a:lnTo>
                  <a:pt x="0" y="52153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84767" y="812692"/>
            <a:ext cx="8641091" cy="1219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3"/>
              </a:lnSpc>
            </a:pPr>
            <a:r>
              <a:rPr lang="en-US" sz="9013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Uji Kemampuanku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90" y="2295868"/>
            <a:ext cx="11365957" cy="744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8002" lvl="1" indent="-369001" algn="l">
              <a:lnSpc>
                <a:spcPts val="4785"/>
              </a:lnSpc>
              <a:buFont typeface="Arial"/>
              <a:buChar char="•"/>
            </a:pP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menambahan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pemahamanmu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mengenai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materi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 surah Al-</a:t>
            </a: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A’la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ini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mari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kita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mencoba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latihan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soal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berikut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418" dirty="0" err="1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ini</a:t>
            </a:r>
            <a:r>
              <a:rPr lang="en-US" sz="34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</a:p>
          <a:p>
            <a:pPr algn="l">
              <a:lnSpc>
                <a:spcPts val="3805"/>
              </a:lnSpc>
            </a:pPr>
            <a:endParaRPr lang="en-US" sz="3418" dirty="0">
              <a:solidFill>
                <a:srgbClr val="9D5F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65"/>
              </a:lnSpc>
            </a:pPr>
            <a:r>
              <a:rPr lang="en-US" sz="2618" dirty="0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         </a:t>
            </a:r>
            <a:r>
              <a:rPr lang="en-US" sz="2618" b="1" dirty="0">
                <a:solidFill>
                  <a:srgbClr val="9D5F2F"/>
                </a:solidFill>
                <a:latin typeface="Poppins Bold"/>
                <a:ea typeface="Poppins Bold"/>
                <a:cs typeface="Poppins Bold"/>
                <a:sym typeface="Poppins Bold"/>
                <a:hlinkClick r:id="rId11"/>
              </a:rPr>
              <a:t>https://wordwall.net/resource/104526305</a:t>
            </a:r>
            <a:endParaRPr lang="en-US" sz="2618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665"/>
              </a:lnSpc>
            </a:pPr>
            <a:endParaRPr lang="en-US" sz="2618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665"/>
              </a:lnSpc>
            </a:pPr>
            <a:endParaRPr lang="en-US" sz="2618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665"/>
              </a:lnSpc>
            </a:pPr>
            <a:r>
              <a:rPr lang="en-US" sz="2618" b="1" dirty="0">
                <a:solidFill>
                  <a:srgbClr val="9D5F2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                           </a:t>
            </a:r>
            <a:r>
              <a:rPr lang="en-US" sz="2618" b="1" dirty="0" err="1">
                <a:solidFill>
                  <a:srgbClr val="9D5F2F"/>
                </a:solidFill>
                <a:latin typeface="Poppins Bold"/>
                <a:ea typeface="Poppins Bold"/>
                <a:cs typeface="Poppins Bold"/>
                <a:sym typeface="Poppins Bold"/>
              </a:rPr>
              <a:t>atau</a:t>
            </a:r>
            <a:endParaRPr lang="en-US" sz="2618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665"/>
              </a:lnSpc>
            </a:pPr>
            <a:endParaRPr lang="en-US" sz="2618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665"/>
              </a:lnSpc>
            </a:pPr>
            <a:r>
              <a:rPr lang="en-US" sz="2618" b="1" dirty="0">
                <a:solidFill>
                  <a:srgbClr val="9D5F2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618" b="1" dirty="0">
                <a:solidFill>
                  <a:srgbClr val="9D5F2F"/>
                </a:solidFill>
                <a:latin typeface="Poppins Bold"/>
                <a:ea typeface="Poppins Bold"/>
                <a:cs typeface="Poppins Bold"/>
                <a:sym typeface="Poppins Bold"/>
                <a:hlinkClick r:id="rId12"/>
              </a:rPr>
              <a:t>https://wayground.com/join?gc=043506&amp;source=liveDashboard</a:t>
            </a:r>
            <a:endParaRPr lang="en-US" sz="2618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665"/>
              </a:lnSpc>
            </a:pPr>
            <a:endParaRPr lang="en-US" sz="2618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785"/>
              </a:lnSpc>
            </a:pPr>
            <a:endParaRPr lang="en-US" sz="2618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785"/>
              </a:lnSpc>
            </a:pPr>
            <a:endParaRPr lang="en-US" sz="2618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785"/>
              </a:lnSpc>
            </a:pPr>
            <a:endParaRPr lang="en-US" sz="2618" b="1" dirty="0">
              <a:solidFill>
                <a:srgbClr val="9D5F2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7093" y="7668442"/>
            <a:ext cx="19233064" cy="10060653"/>
          </a:xfrm>
          <a:custGeom>
            <a:avLst/>
            <a:gdLst/>
            <a:ahLst/>
            <a:cxnLst/>
            <a:rect l="l" t="t" r="r" b="b"/>
            <a:pathLst>
              <a:path w="19233064" h="10060653">
                <a:moveTo>
                  <a:pt x="0" y="0"/>
                </a:moveTo>
                <a:lnTo>
                  <a:pt x="19233064" y="0"/>
                </a:lnTo>
                <a:lnTo>
                  <a:pt x="19233064" y="10060653"/>
                </a:lnTo>
                <a:lnTo>
                  <a:pt x="0" y="10060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535" t="-31799" r="-602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04541" y="1028700"/>
            <a:ext cx="3483459" cy="4834604"/>
          </a:xfrm>
          <a:custGeom>
            <a:avLst/>
            <a:gdLst/>
            <a:ahLst/>
            <a:cxnLst/>
            <a:rect l="l" t="t" r="r" b="b"/>
            <a:pathLst>
              <a:path w="3483459" h="4834604">
                <a:moveTo>
                  <a:pt x="0" y="0"/>
                </a:moveTo>
                <a:lnTo>
                  <a:pt x="3483459" y="0"/>
                </a:lnTo>
                <a:lnTo>
                  <a:pt x="3483459" y="4834604"/>
                </a:lnTo>
                <a:lnTo>
                  <a:pt x="0" y="4834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866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385065" y="906079"/>
            <a:ext cx="1517871" cy="1506486"/>
          </a:xfrm>
          <a:custGeom>
            <a:avLst/>
            <a:gdLst/>
            <a:ahLst/>
            <a:cxnLst/>
            <a:rect l="l" t="t" r="r" b="b"/>
            <a:pathLst>
              <a:path w="1517871" h="1506486">
                <a:moveTo>
                  <a:pt x="0" y="0"/>
                </a:moveTo>
                <a:lnTo>
                  <a:pt x="1517870" y="0"/>
                </a:lnTo>
                <a:lnTo>
                  <a:pt x="1517870" y="1506487"/>
                </a:lnTo>
                <a:lnTo>
                  <a:pt x="0" y="15064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142499" y="1028700"/>
            <a:ext cx="4834604" cy="4834604"/>
          </a:xfrm>
          <a:custGeom>
            <a:avLst/>
            <a:gdLst/>
            <a:ahLst/>
            <a:cxnLst/>
            <a:rect l="l" t="t" r="r" b="b"/>
            <a:pathLst>
              <a:path w="4834604" h="4834604">
                <a:moveTo>
                  <a:pt x="4834605" y="0"/>
                </a:moveTo>
                <a:lnTo>
                  <a:pt x="0" y="0"/>
                </a:lnTo>
                <a:lnTo>
                  <a:pt x="0" y="4834604"/>
                </a:lnTo>
                <a:lnTo>
                  <a:pt x="4834605" y="4834604"/>
                </a:lnTo>
                <a:lnTo>
                  <a:pt x="483460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638622" y="8334384"/>
            <a:ext cx="7001635" cy="1374071"/>
          </a:xfrm>
          <a:custGeom>
            <a:avLst/>
            <a:gdLst/>
            <a:ahLst/>
            <a:cxnLst/>
            <a:rect l="l" t="t" r="r" b="b"/>
            <a:pathLst>
              <a:path w="7001635" h="1374071">
                <a:moveTo>
                  <a:pt x="0" y="0"/>
                </a:moveTo>
                <a:lnTo>
                  <a:pt x="7001634" y="0"/>
                </a:lnTo>
                <a:lnTo>
                  <a:pt x="7001634" y="1374071"/>
                </a:lnTo>
                <a:lnTo>
                  <a:pt x="0" y="1374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05686" y="4042923"/>
            <a:ext cx="4120148" cy="5215377"/>
          </a:xfrm>
          <a:custGeom>
            <a:avLst/>
            <a:gdLst/>
            <a:ahLst/>
            <a:cxnLst/>
            <a:rect l="l" t="t" r="r" b="b"/>
            <a:pathLst>
              <a:path w="4120148" h="5215377">
                <a:moveTo>
                  <a:pt x="0" y="0"/>
                </a:moveTo>
                <a:lnTo>
                  <a:pt x="4120148" y="0"/>
                </a:lnTo>
                <a:lnTo>
                  <a:pt x="4120148" y="5215377"/>
                </a:lnTo>
                <a:lnTo>
                  <a:pt x="0" y="521537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929144" y="4042923"/>
            <a:ext cx="3240053" cy="5215377"/>
          </a:xfrm>
          <a:custGeom>
            <a:avLst/>
            <a:gdLst/>
            <a:ahLst/>
            <a:cxnLst/>
            <a:rect l="l" t="t" r="r" b="b"/>
            <a:pathLst>
              <a:path w="3240053" h="5215377">
                <a:moveTo>
                  <a:pt x="0" y="0"/>
                </a:moveTo>
                <a:lnTo>
                  <a:pt x="3240053" y="0"/>
                </a:lnTo>
                <a:lnTo>
                  <a:pt x="3240053" y="5215377"/>
                </a:lnTo>
                <a:lnTo>
                  <a:pt x="0" y="521537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368381" y="3073589"/>
            <a:ext cx="9551239" cy="152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82"/>
              </a:lnSpc>
            </a:pPr>
            <a:r>
              <a:rPr lang="en-US" sz="11282">
                <a:solidFill>
                  <a:srgbClr val="9D5F2F"/>
                </a:solidFill>
                <a:latin typeface="Chewy"/>
                <a:ea typeface="Chewy"/>
                <a:cs typeface="Chewy"/>
                <a:sym typeface="Chewy"/>
              </a:rPr>
              <a:t>Terima Kasih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33143" y="4663660"/>
            <a:ext cx="8221713" cy="1727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1"/>
              </a:lnSpc>
            </a:pPr>
            <a:r>
              <a:rPr lang="en-US" sz="3229">
                <a:solidFill>
                  <a:srgbClr val="9D5F2F"/>
                </a:solidFill>
                <a:latin typeface="Poppins"/>
                <a:ea typeface="Poppins"/>
                <a:cs typeface="Poppins"/>
                <a:sym typeface="Poppins"/>
              </a:rPr>
              <a:t>Marilah kita amalkan ajaran Q.S. Al-A‘la dalam kehidupan sehari-hari sebagai wujud ketaatan kepada Allah.</a:t>
            </a:r>
          </a:p>
        </p:txBody>
      </p:sp>
      <p:sp>
        <p:nvSpPr>
          <p:cNvPr id="11" name="Freeform 11"/>
          <p:cNvSpPr/>
          <p:nvPr/>
        </p:nvSpPr>
        <p:spPr>
          <a:xfrm>
            <a:off x="7650389" y="7878385"/>
            <a:ext cx="2987221" cy="1560823"/>
          </a:xfrm>
          <a:custGeom>
            <a:avLst/>
            <a:gdLst/>
            <a:ahLst/>
            <a:cxnLst/>
            <a:rect l="l" t="t" r="r" b="b"/>
            <a:pathLst>
              <a:path w="2987221" h="1560823">
                <a:moveTo>
                  <a:pt x="0" y="0"/>
                </a:moveTo>
                <a:lnTo>
                  <a:pt x="2987222" y="0"/>
                </a:lnTo>
                <a:lnTo>
                  <a:pt x="2987222" y="1560823"/>
                </a:lnTo>
                <a:lnTo>
                  <a:pt x="0" y="15608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466</Words>
  <Application>Microsoft Office PowerPoint</Application>
  <PresentationFormat>Custom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Chewy</vt:lpstr>
      <vt:lpstr>Poppins</vt:lpstr>
      <vt:lpstr>Calibri</vt:lpstr>
      <vt:lpstr>Poppins Bold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Mengaji Al-Qur'an Surah Al-A'la Presentasi Cokelat Ilustratif</dc:title>
  <dc:creator>lenovo</dc:creator>
  <cp:lastModifiedBy>lenovo_y36w@outlook.com</cp:lastModifiedBy>
  <cp:revision>3</cp:revision>
  <dcterms:created xsi:type="dcterms:W3CDTF">2006-08-16T00:00:00Z</dcterms:created>
  <dcterms:modified xsi:type="dcterms:W3CDTF">2025-12-19T13:36:04Z</dcterms:modified>
  <dc:identifier>DAG79bAKLak</dc:identifier>
</cp:coreProperties>
</file>