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Nyutro Sans Heavy" charset="1" panose="00000000000000000000"/>
      <p:regular r:id="rId14"/>
    </p:embeddedFont>
    <p:embeddedFont>
      <p:font typeface="Nyutro Sans Bold" charset="1" panose="00000000000000000000"/>
      <p:regular r:id="rId15"/>
    </p:embeddedFont>
    <p:embeddedFont>
      <p:font typeface="League Spartan" charset="1" panose="000008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jpe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9A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160081" y="377999"/>
            <a:ext cx="6784460" cy="8880301"/>
            <a:chOff x="0" y="0"/>
            <a:chExt cx="2126052" cy="27828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6053" cy="2782840"/>
            </a:xfrm>
            <a:custGeom>
              <a:avLst/>
              <a:gdLst/>
              <a:ahLst/>
              <a:cxnLst/>
              <a:rect r="r" b="b" t="t" l="l"/>
              <a:pathLst>
                <a:path h="2782840" w="2126053">
                  <a:moveTo>
                    <a:pt x="1638611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605167"/>
                  </a:lnTo>
                  <a:cubicBezTo>
                    <a:pt x="0" y="2703293"/>
                    <a:pt x="79547" y="2782840"/>
                    <a:pt x="177673" y="2782840"/>
                  </a:cubicBezTo>
                  <a:lnTo>
                    <a:pt x="1948380" y="2782840"/>
                  </a:lnTo>
                  <a:cubicBezTo>
                    <a:pt x="2046506" y="2782840"/>
                    <a:pt x="2126053" y="2703293"/>
                    <a:pt x="2126053" y="2605167"/>
                  </a:cubicBezTo>
                  <a:lnTo>
                    <a:pt x="2126053" y="523958"/>
                  </a:lnTo>
                  <a:cubicBezTo>
                    <a:pt x="2126053" y="480251"/>
                    <a:pt x="2109943" y="438079"/>
                    <a:pt x="2080805" y="405503"/>
                  </a:cubicBezTo>
                  <a:lnTo>
                    <a:pt x="1771027" y="59214"/>
                  </a:lnTo>
                  <a:cubicBezTo>
                    <a:pt x="1737323" y="21536"/>
                    <a:pt x="1689164" y="0"/>
                    <a:pt x="1638611" y="0"/>
                  </a:cubicBezTo>
                  <a:close/>
                </a:path>
              </a:pathLst>
            </a:custGeom>
            <a:blipFill>
              <a:blip r:embed="rId2"/>
              <a:stretch>
                <a:fillRect l="-34695" t="0" r="-3469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9763125" cy="7579285"/>
            <a:chOff x="0" y="0"/>
            <a:chExt cx="13017500" cy="1010571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19050"/>
              <a:ext cx="13017500" cy="6521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2000"/>
                </a:lnSpc>
              </a:pPr>
              <a:r>
                <a:rPr lang="en-US" b="true" sz="12000" spc="-120">
                  <a:solidFill>
                    <a:srgbClr val="205072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Senang Bisa Membaca Surah Al-Falaq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2933700" y="9170993"/>
              <a:ext cx="9182100" cy="9347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459"/>
                </a:lnSpc>
              </a:pPr>
              <a:r>
                <a:rPr lang="en-US" b="true" sz="3899" spc="-77">
                  <a:solidFill>
                    <a:srgbClr val="20507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Oleh: Waryati, S.Pd.I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C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19493" y="2138733"/>
            <a:ext cx="6493226" cy="2065776"/>
          </a:xfrm>
          <a:custGeom>
            <a:avLst/>
            <a:gdLst/>
            <a:ahLst/>
            <a:cxnLst/>
            <a:rect r="r" b="b" t="t" l="l"/>
            <a:pathLst>
              <a:path h="2065776" w="6493226">
                <a:moveTo>
                  <a:pt x="0" y="0"/>
                </a:moveTo>
                <a:lnTo>
                  <a:pt x="6493226" y="0"/>
                </a:lnTo>
                <a:lnTo>
                  <a:pt x="6493226" y="2065777"/>
                </a:lnTo>
                <a:lnTo>
                  <a:pt x="0" y="20657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915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6750" y="2016086"/>
            <a:ext cx="7909290" cy="2311070"/>
          </a:xfrm>
          <a:custGeom>
            <a:avLst/>
            <a:gdLst/>
            <a:ahLst/>
            <a:cxnLst/>
            <a:rect r="r" b="b" t="t" l="l"/>
            <a:pathLst>
              <a:path h="2311070" w="7909290">
                <a:moveTo>
                  <a:pt x="0" y="0"/>
                </a:moveTo>
                <a:lnTo>
                  <a:pt x="7909290" y="0"/>
                </a:lnTo>
                <a:lnTo>
                  <a:pt x="7909290" y="2311071"/>
                </a:lnTo>
                <a:lnTo>
                  <a:pt x="0" y="23110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67" t="0" r="-2867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5026737"/>
            <a:ext cx="6737363" cy="2552999"/>
          </a:xfrm>
          <a:custGeom>
            <a:avLst/>
            <a:gdLst/>
            <a:ahLst/>
            <a:cxnLst/>
            <a:rect r="r" b="b" t="t" l="l"/>
            <a:pathLst>
              <a:path h="2552999" w="6737363">
                <a:moveTo>
                  <a:pt x="0" y="0"/>
                </a:moveTo>
                <a:lnTo>
                  <a:pt x="6737363" y="0"/>
                </a:lnTo>
                <a:lnTo>
                  <a:pt x="6737363" y="2552999"/>
                </a:lnTo>
                <a:lnTo>
                  <a:pt x="0" y="25529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394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54475" y="4909975"/>
            <a:ext cx="8423263" cy="2786524"/>
          </a:xfrm>
          <a:custGeom>
            <a:avLst/>
            <a:gdLst/>
            <a:ahLst/>
            <a:cxnLst/>
            <a:rect r="r" b="b" t="t" l="l"/>
            <a:pathLst>
              <a:path h="2786524" w="8423263">
                <a:moveTo>
                  <a:pt x="0" y="0"/>
                </a:moveTo>
                <a:lnTo>
                  <a:pt x="8423263" y="0"/>
                </a:lnTo>
                <a:lnTo>
                  <a:pt x="8423263" y="2786524"/>
                </a:lnTo>
                <a:lnTo>
                  <a:pt x="0" y="27865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6750" y="723900"/>
            <a:ext cx="16908573" cy="94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40"/>
              </a:lnSpc>
              <a:spcBef>
                <a:spcPct val="0"/>
              </a:spcBef>
            </a:pPr>
            <a:r>
              <a:rPr lang="en-US" b="true" sz="6600" spc="-66">
                <a:solidFill>
                  <a:srgbClr val="205072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Perhatikan potongan ayat dibawah ini!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0188" y="8334674"/>
            <a:ext cx="16908573" cy="167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50"/>
              </a:lnSpc>
              <a:spcBef>
                <a:spcPct val="0"/>
              </a:spcBef>
            </a:pPr>
            <a:r>
              <a:rPr lang="en-US" b="true" sz="6500" spc="-65">
                <a:solidFill>
                  <a:srgbClr val="205072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Manakah yang termasuk potongan ayat Surah Al-Falaq?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9A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82137" y="303048"/>
            <a:ext cx="6760123" cy="4840452"/>
          </a:xfrm>
          <a:custGeom>
            <a:avLst/>
            <a:gdLst/>
            <a:ahLst/>
            <a:cxnLst/>
            <a:rect r="r" b="b" t="t" l="l"/>
            <a:pathLst>
              <a:path h="4840452" w="6760123">
                <a:moveTo>
                  <a:pt x="0" y="0"/>
                </a:moveTo>
                <a:lnTo>
                  <a:pt x="6760123" y="0"/>
                </a:lnTo>
                <a:lnTo>
                  <a:pt x="6760123" y="4840452"/>
                </a:lnTo>
                <a:lnTo>
                  <a:pt x="0" y="48404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2213" t="-35687" r="-48711" b="-6133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6750" y="742950"/>
            <a:ext cx="6886575" cy="31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50"/>
              </a:lnSpc>
              <a:spcBef>
                <a:spcPct val="0"/>
              </a:spcBef>
            </a:pPr>
            <a:r>
              <a:rPr lang="en-US" b="true" sz="8500" spc="-85">
                <a:solidFill>
                  <a:srgbClr val="205072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Pernahkah kalian merasa takut?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44964" y="5446400"/>
            <a:ext cx="7915854" cy="3627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93"/>
              </a:lnSpc>
              <a:spcBef>
                <a:spcPct val="0"/>
              </a:spcBef>
            </a:pPr>
            <a:r>
              <a:rPr lang="en-US" b="true" sz="9770" spc="-97">
                <a:solidFill>
                  <a:srgbClr val="205072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Takut Gelap? Takut Hantu? Takut Ular?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96405" y="5911382"/>
            <a:ext cx="6886575" cy="31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50"/>
              </a:lnSpc>
              <a:spcBef>
                <a:spcPct val="0"/>
              </a:spcBef>
            </a:pPr>
            <a:r>
              <a:rPr lang="en-US" b="true" sz="8500" spc="-85">
                <a:solidFill>
                  <a:srgbClr val="205072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Apa yang membuat kamu takut?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C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48234" y="1714500"/>
            <a:ext cx="10991533" cy="8335186"/>
          </a:xfrm>
          <a:custGeom>
            <a:avLst/>
            <a:gdLst/>
            <a:ahLst/>
            <a:cxnLst/>
            <a:rect r="r" b="b" t="t" l="l"/>
            <a:pathLst>
              <a:path h="8335186" w="10991533">
                <a:moveTo>
                  <a:pt x="0" y="0"/>
                </a:moveTo>
                <a:lnTo>
                  <a:pt x="10991532" y="0"/>
                </a:lnTo>
                <a:lnTo>
                  <a:pt x="10991532" y="8335186"/>
                </a:lnTo>
                <a:lnTo>
                  <a:pt x="0" y="8335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3370" t="-69354" r="-79317" b="-8471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72356" y="419100"/>
            <a:ext cx="783583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>
                <a:solidFill>
                  <a:srgbClr val="205072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Surah Al-Falaq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A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65575" y="1733329"/>
            <a:ext cx="13356874" cy="8190290"/>
          </a:xfrm>
          <a:custGeom>
            <a:avLst/>
            <a:gdLst/>
            <a:ahLst/>
            <a:cxnLst/>
            <a:rect r="r" b="b" t="t" l="l"/>
            <a:pathLst>
              <a:path h="8190290" w="13356874">
                <a:moveTo>
                  <a:pt x="0" y="0"/>
                </a:moveTo>
                <a:lnTo>
                  <a:pt x="13356874" y="0"/>
                </a:lnTo>
                <a:lnTo>
                  <a:pt x="13356874" y="8190290"/>
                </a:lnTo>
                <a:lnTo>
                  <a:pt x="0" y="81902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7056" t="-43406" r="-46134" b="-8874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44013" y="571745"/>
            <a:ext cx="11599998" cy="98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84"/>
              </a:lnSpc>
              <a:spcBef>
                <a:spcPct val="0"/>
              </a:spcBef>
            </a:pPr>
            <a:r>
              <a:rPr lang="en-US" b="true" sz="6871" spc="-68">
                <a:solidFill>
                  <a:srgbClr val="205072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Terjemahan Surah Al-Falaq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DE9A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34662" y="521885"/>
            <a:ext cx="14105725" cy="1089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86"/>
              </a:lnSpc>
              <a:spcBef>
                <a:spcPct val="0"/>
              </a:spcBef>
            </a:pPr>
            <a:r>
              <a:rPr lang="en-US" b="true" sz="7651" spc="-76">
                <a:solidFill>
                  <a:srgbClr val="205072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Pesan Pokok Surah Al-Falaq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63179" y="2615097"/>
            <a:ext cx="14105725" cy="1270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16"/>
              </a:lnSpc>
              <a:spcBef>
                <a:spcPct val="0"/>
              </a:spcBef>
            </a:pPr>
            <a:r>
              <a:rPr lang="en-US" sz="5351" spc="-53">
                <a:solidFill>
                  <a:srgbClr val="20507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Surah Al-Falaq urutan ke 113 dalam Al-Qur’an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298449" y="4681510"/>
            <a:ext cx="10812995" cy="661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16"/>
              </a:lnSpc>
              <a:spcBef>
                <a:spcPct val="0"/>
              </a:spcBef>
            </a:pPr>
            <a:r>
              <a:rPr lang="en-US" sz="5351" spc="-53">
                <a:solidFill>
                  <a:srgbClr val="20507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Al-Falaq artinya Waktu Subuh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3179" y="6142691"/>
            <a:ext cx="14105725" cy="1270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16"/>
              </a:lnSpc>
              <a:spcBef>
                <a:spcPct val="0"/>
              </a:spcBef>
            </a:pPr>
            <a:r>
              <a:rPr lang="en-US" sz="5351" spc="-53">
                <a:solidFill>
                  <a:srgbClr val="20507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Al-Falaq terdiri dari 5 ayat dan termasuk surah Madaniyah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652084" y="7987619"/>
            <a:ext cx="14105725" cy="188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16"/>
              </a:lnSpc>
              <a:spcBef>
                <a:spcPct val="0"/>
              </a:spcBef>
            </a:pPr>
            <a:r>
              <a:rPr lang="en-US" sz="5351" spc="-53">
                <a:solidFill>
                  <a:srgbClr val="20507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Termasuk surah al-muawwizatain karena diturunkan bersamaan dengan Surah An-Nas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C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352800"/>
            <a:ext cx="4010025" cy="6267450"/>
            <a:chOff x="0" y="0"/>
            <a:chExt cx="1056138" cy="16506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DE9A9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81575" y="3352800"/>
            <a:ext cx="4010025" cy="6267450"/>
            <a:chOff x="0" y="0"/>
            <a:chExt cx="1056138" cy="16506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DE9A9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3352800"/>
            <a:ext cx="4010025" cy="6267450"/>
            <a:chOff x="0" y="0"/>
            <a:chExt cx="1056138" cy="16506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DE9A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11225" y="3352800"/>
            <a:ext cx="4010025" cy="6267450"/>
            <a:chOff x="0" y="0"/>
            <a:chExt cx="1056138" cy="16506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DE9A9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66750" y="4106942"/>
            <a:ext cx="4177186" cy="2781331"/>
          </a:xfrm>
          <a:custGeom>
            <a:avLst/>
            <a:gdLst/>
            <a:ahLst/>
            <a:cxnLst/>
            <a:rect r="r" b="b" t="t" l="l"/>
            <a:pathLst>
              <a:path h="2781331" w="4177186">
                <a:moveTo>
                  <a:pt x="0" y="0"/>
                </a:moveTo>
                <a:lnTo>
                  <a:pt x="4177186" y="0"/>
                </a:lnTo>
                <a:lnTo>
                  <a:pt x="4177186" y="2781332"/>
                </a:lnTo>
                <a:lnTo>
                  <a:pt x="0" y="27813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2328" t="-182734" r="-167541" b="-417997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171999" y="4326590"/>
            <a:ext cx="3796337" cy="2490358"/>
          </a:xfrm>
          <a:custGeom>
            <a:avLst/>
            <a:gdLst/>
            <a:ahLst/>
            <a:cxnLst/>
            <a:rect r="r" b="b" t="t" l="l"/>
            <a:pathLst>
              <a:path h="2490358" w="3796337">
                <a:moveTo>
                  <a:pt x="0" y="0"/>
                </a:moveTo>
                <a:lnTo>
                  <a:pt x="3796338" y="0"/>
                </a:lnTo>
                <a:lnTo>
                  <a:pt x="3796338" y="2490357"/>
                </a:lnTo>
                <a:lnTo>
                  <a:pt x="0" y="24903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7093" t="-535756" r="-158124" b="-45796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765811" y="3908196"/>
            <a:ext cx="3051404" cy="3051404"/>
          </a:xfrm>
          <a:custGeom>
            <a:avLst/>
            <a:gdLst/>
            <a:ahLst/>
            <a:cxnLst/>
            <a:rect r="r" b="b" t="t" l="l"/>
            <a:pathLst>
              <a:path h="3051404" w="3051404">
                <a:moveTo>
                  <a:pt x="0" y="0"/>
                </a:moveTo>
                <a:lnTo>
                  <a:pt x="3051403" y="0"/>
                </a:lnTo>
                <a:lnTo>
                  <a:pt x="3051403" y="3051404"/>
                </a:lnTo>
                <a:lnTo>
                  <a:pt x="0" y="3051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801725" y="3908196"/>
            <a:ext cx="3648075" cy="2755543"/>
          </a:xfrm>
          <a:custGeom>
            <a:avLst/>
            <a:gdLst/>
            <a:ahLst/>
            <a:cxnLst/>
            <a:rect r="r" b="b" t="t" l="l"/>
            <a:pathLst>
              <a:path h="2755543" w="3648075">
                <a:moveTo>
                  <a:pt x="0" y="0"/>
                </a:moveTo>
                <a:lnTo>
                  <a:pt x="3648075" y="0"/>
                </a:lnTo>
                <a:lnTo>
                  <a:pt x="3648075" y="2755544"/>
                </a:lnTo>
                <a:lnTo>
                  <a:pt x="0" y="27555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3301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66750" y="742950"/>
            <a:ext cx="16954500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>
                <a:solidFill>
                  <a:srgbClr val="205072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Memohon Perlindungan Kepada Allah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9871" y="7147559"/>
            <a:ext cx="3031604" cy="2110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59"/>
              </a:lnSpc>
            </a:pPr>
            <a:r>
              <a:rPr lang="en-US" b="true" sz="3899">
                <a:solidFill>
                  <a:srgbClr val="205072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dari kejahatan tukang sihir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474221" y="7465694"/>
            <a:ext cx="3031604" cy="1792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205072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dari kejahatan makhluk ciptaan-Nya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85611" y="7879397"/>
            <a:ext cx="3031604" cy="1363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205072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dari kegelapan malam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097000" y="7733665"/>
            <a:ext cx="3025073" cy="167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205072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dari kejahatan orang yang dengki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C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87563" y="0"/>
            <a:ext cx="11312874" cy="10287000"/>
          </a:xfrm>
          <a:custGeom>
            <a:avLst/>
            <a:gdLst/>
            <a:ahLst/>
            <a:cxnLst/>
            <a:rect r="r" b="b" t="t" l="l"/>
            <a:pathLst>
              <a:path h="10287000" w="11312874">
                <a:moveTo>
                  <a:pt x="0" y="0"/>
                </a:moveTo>
                <a:lnTo>
                  <a:pt x="11312874" y="0"/>
                </a:lnTo>
                <a:lnTo>
                  <a:pt x="1131287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5715" t="-21739" r="-33651" b="-7709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Presentasi - Welcome to Surah Al-Falaq</dc:description>
  <dc:identifier>DAG6bhAKK4c</dc:identifier>
  <dcterms:modified xsi:type="dcterms:W3CDTF">2011-08-01T06:04:30Z</dcterms:modified>
  <cp:revision>1</cp:revision>
  <dc:title>Presentasi - Welcome to Surah Al-Falaq</dc:title>
</cp:coreProperties>
</file>