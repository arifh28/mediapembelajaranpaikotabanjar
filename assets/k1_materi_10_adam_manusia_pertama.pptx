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7315200" cy="9601200"/>
  <p:embeddedFontLst>
    <p:embeddedFont>
      <p:font typeface="HK Grotesk" panose="020B0604020202020204" charset="0"/>
      <p:regular r:id="rId24"/>
    </p:embeddedFont>
    <p:embeddedFont>
      <p:font typeface="HK Grotesk Bold" panose="020B0604020202020204" charset="0"/>
      <p:regular r:id="rId25"/>
    </p:embeddedFont>
    <p:embeddedFont>
      <p:font typeface="Marykate" panose="020B0604020202020204" charset="0"/>
      <p:regular r:id="rId26"/>
    </p:embeddedFont>
    <p:embeddedFont>
      <p:font typeface="Negrita Pro" panose="020B0604020202020204" charset="0"/>
      <p:regular r:id="rId27"/>
    </p:embeddedFont>
    <p:embeddedFont>
      <p:font typeface="Open Sans Bold" panose="020B0604020202020204" charset="0"/>
      <p:regular r:id="rId28"/>
    </p:embeddedFont>
    <p:embeddedFont>
      <p:font typeface="Poppins" panose="00000500000000000000" pitchFamily="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7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hyperlink" Target="https://s.id/NabiAdam" TargetMode="Externa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ayground.com/join?gc=26250150&amp;source=liveDashboar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12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Relationship Id="rId1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2.png"/><Relationship Id="rId5" Type="http://schemas.openxmlformats.org/officeDocument/2006/relationships/image" Target="../media/image25.png"/><Relationship Id="rId15" Type="http://schemas.openxmlformats.org/officeDocument/2006/relationships/image" Target="../media/image7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12" Type="http://schemas.openxmlformats.org/officeDocument/2006/relationships/image" Target="../media/image20.sv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19.png"/><Relationship Id="rId5" Type="http://schemas.openxmlformats.org/officeDocument/2006/relationships/image" Target="../media/image2.png"/><Relationship Id="rId1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22.svg"/><Relationship Id="rId9" Type="http://schemas.openxmlformats.org/officeDocument/2006/relationships/image" Target="../media/image6.png"/><Relationship Id="rId1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/>
          </p:cNvPr>
          <p:cNvSpPr/>
          <p:nvPr/>
        </p:nvSpPr>
        <p:spPr>
          <a:xfrm>
            <a:off x="-52077" y="-65128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376" b="-393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6674" y="6844427"/>
            <a:ext cx="10479546" cy="5462463"/>
          </a:xfrm>
          <a:custGeom>
            <a:avLst/>
            <a:gdLst/>
            <a:ahLst/>
            <a:cxnLst/>
            <a:rect l="l" t="t" r="r" b="b"/>
            <a:pathLst>
              <a:path w="10479546" h="5462463">
                <a:moveTo>
                  <a:pt x="0" y="0"/>
                </a:moveTo>
                <a:lnTo>
                  <a:pt x="10479546" y="0"/>
                </a:lnTo>
                <a:lnTo>
                  <a:pt x="10479546" y="5462464"/>
                </a:lnTo>
                <a:lnTo>
                  <a:pt x="0" y="5462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62491" y="2723065"/>
            <a:ext cx="14795417" cy="7841571"/>
          </a:xfrm>
          <a:custGeom>
            <a:avLst/>
            <a:gdLst/>
            <a:ahLst/>
            <a:cxnLst/>
            <a:rect l="l" t="t" r="r" b="b"/>
            <a:pathLst>
              <a:path w="14795417" h="7841571">
                <a:moveTo>
                  <a:pt x="0" y="0"/>
                </a:moveTo>
                <a:lnTo>
                  <a:pt x="14795418" y="0"/>
                </a:lnTo>
                <a:lnTo>
                  <a:pt x="14795418" y="7841571"/>
                </a:lnTo>
                <a:lnTo>
                  <a:pt x="0" y="784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10136126" y="9065301"/>
            <a:ext cx="9700134" cy="2182530"/>
          </a:xfrm>
          <a:custGeom>
            <a:avLst/>
            <a:gdLst/>
            <a:ahLst/>
            <a:cxnLst/>
            <a:rect l="l" t="t" r="r" b="b"/>
            <a:pathLst>
              <a:path w="9700134" h="2182530">
                <a:moveTo>
                  <a:pt x="0" y="2182530"/>
                </a:moveTo>
                <a:lnTo>
                  <a:pt x="9700134" y="2182530"/>
                </a:lnTo>
                <a:lnTo>
                  <a:pt x="9700134" y="0"/>
                </a:lnTo>
                <a:lnTo>
                  <a:pt x="0" y="0"/>
                </a:lnTo>
                <a:lnTo>
                  <a:pt x="0" y="218253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0872" y="1698784"/>
            <a:ext cx="12515053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sz="8799">
                <a:solidFill>
                  <a:srgbClr val="593117"/>
                </a:solidFill>
                <a:latin typeface="Poppins"/>
                <a:ea typeface="Poppins"/>
                <a:cs typeface="Poppins"/>
                <a:sym typeface="Poppins"/>
              </a:rPr>
              <a:t>NABI ADAM A.S. MANUSIA PERTAMA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2831722" y="4451509"/>
            <a:ext cx="946401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2831722" y="4740489"/>
            <a:ext cx="7130986" cy="806023"/>
            <a:chOff x="0" y="0"/>
            <a:chExt cx="1878120" cy="2122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8120" cy="212286"/>
            </a:xfrm>
            <a:custGeom>
              <a:avLst/>
              <a:gdLst/>
              <a:ahLst/>
              <a:cxnLst/>
              <a:rect l="l" t="t" r="r" b="b"/>
              <a:pathLst>
                <a:path w="1878120" h="212286">
                  <a:moveTo>
                    <a:pt x="106143" y="0"/>
                  </a:moveTo>
                  <a:lnTo>
                    <a:pt x="1771977" y="0"/>
                  </a:lnTo>
                  <a:cubicBezTo>
                    <a:pt x="1830598" y="0"/>
                    <a:pt x="1878120" y="47522"/>
                    <a:pt x="1878120" y="106143"/>
                  </a:cubicBezTo>
                  <a:lnTo>
                    <a:pt x="1878120" y="106143"/>
                  </a:lnTo>
                  <a:cubicBezTo>
                    <a:pt x="1878120" y="164764"/>
                    <a:pt x="1830598" y="212286"/>
                    <a:pt x="1771977" y="212286"/>
                  </a:cubicBezTo>
                  <a:lnTo>
                    <a:pt x="106143" y="212286"/>
                  </a:lnTo>
                  <a:cubicBezTo>
                    <a:pt x="47522" y="212286"/>
                    <a:pt x="0" y="164764"/>
                    <a:pt x="0" y="106143"/>
                  </a:cubicBezTo>
                  <a:lnTo>
                    <a:pt x="0" y="106143"/>
                  </a:lnTo>
                  <a:cubicBezTo>
                    <a:pt x="0" y="47522"/>
                    <a:pt x="47522" y="0"/>
                    <a:pt x="106143" y="0"/>
                  </a:cubicBezTo>
                  <a:close/>
                </a:path>
              </a:pathLst>
            </a:custGeom>
            <a:solidFill>
              <a:srgbClr val="B4683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8120" cy="250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-2719680" y="6364030"/>
            <a:ext cx="7681213" cy="4071043"/>
          </a:xfrm>
          <a:custGeom>
            <a:avLst/>
            <a:gdLst/>
            <a:ahLst/>
            <a:cxnLst/>
            <a:rect l="l" t="t" r="r" b="b"/>
            <a:pathLst>
              <a:path w="7681213" h="4071043">
                <a:moveTo>
                  <a:pt x="7681213" y="0"/>
                </a:moveTo>
                <a:lnTo>
                  <a:pt x="0" y="0"/>
                </a:lnTo>
                <a:lnTo>
                  <a:pt x="0" y="4071043"/>
                </a:lnTo>
                <a:lnTo>
                  <a:pt x="7681213" y="4071043"/>
                </a:lnTo>
                <a:lnTo>
                  <a:pt x="76812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12195" y="7692097"/>
            <a:ext cx="1433010" cy="3106796"/>
          </a:xfrm>
          <a:custGeom>
            <a:avLst/>
            <a:gdLst/>
            <a:ahLst/>
            <a:cxnLst/>
            <a:rect l="l" t="t" r="r" b="b"/>
            <a:pathLst>
              <a:path w="1433010" h="3106796">
                <a:moveTo>
                  <a:pt x="0" y="0"/>
                </a:moveTo>
                <a:lnTo>
                  <a:pt x="1433010" y="0"/>
                </a:lnTo>
                <a:lnTo>
                  <a:pt x="1433010" y="3106796"/>
                </a:lnTo>
                <a:lnTo>
                  <a:pt x="0" y="3106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0782449" y="3118009"/>
            <a:ext cx="6687562" cy="6687562"/>
          </a:xfrm>
          <a:custGeom>
            <a:avLst/>
            <a:gdLst/>
            <a:ahLst/>
            <a:cxnLst/>
            <a:rect l="l" t="t" r="r" b="b"/>
            <a:pathLst>
              <a:path w="6687562" h="6687562">
                <a:moveTo>
                  <a:pt x="6687562" y="0"/>
                </a:moveTo>
                <a:lnTo>
                  <a:pt x="0" y="0"/>
                </a:lnTo>
                <a:lnTo>
                  <a:pt x="0" y="6687562"/>
                </a:lnTo>
                <a:lnTo>
                  <a:pt x="6687562" y="6687562"/>
                </a:lnTo>
                <a:lnTo>
                  <a:pt x="668756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>
            <a:off x="7886404" y="7965188"/>
            <a:ext cx="3537981" cy="2560614"/>
          </a:xfrm>
          <a:custGeom>
            <a:avLst/>
            <a:gdLst/>
            <a:ahLst/>
            <a:cxnLst/>
            <a:rect l="l" t="t" r="r" b="b"/>
            <a:pathLst>
              <a:path w="3537981" h="2560614">
                <a:moveTo>
                  <a:pt x="0" y="0"/>
                </a:moveTo>
                <a:lnTo>
                  <a:pt x="3537981" y="0"/>
                </a:lnTo>
                <a:lnTo>
                  <a:pt x="3537981" y="2560614"/>
                </a:lnTo>
                <a:lnTo>
                  <a:pt x="0" y="2560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289948" y="-1391735"/>
            <a:ext cx="4121669" cy="4114800"/>
          </a:xfrm>
          <a:custGeom>
            <a:avLst/>
            <a:gdLst/>
            <a:ahLst/>
            <a:cxnLst/>
            <a:rect l="l" t="t" r="r" b="b"/>
            <a:pathLst>
              <a:path w="4121669" h="4114800">
                <a:moveTo>
                  <a:pt x="0" y="0"/>
                </a:moveTo>
                <a:lnTo>
                  <a:pt x="4121670" y="0"/>
                </a:lnTo>
                <a:lnTo>
                  <a:pt x="41216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833989" y="4739623"/>
            <a:ext cx="7128719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Pendidikan Agama Islam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812672" y="5751017"/>
            <a:ext cx="7130986" cy="806023"/>
            <a:chOff x="0" y="0"/>
            <a:chExt cx="1878120" cy="2122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78120" cy="212286"/>
            </a:xfrm>
            <a:custGeom>
              <a:avLst/>
              <a:gdLst/>
              <a:ahLst/>
              <a:cxnLst/>
              <a:rect l="l" t="t" r="r" b="b"/>
              <a:pathLst>
                <a:path w="1878120" h="212286">
                  <a:moveTo>
                    <a:pt x="106143" y="0"/>
                  </a:moveTo>
                  <a:lnTo>
                    <a:pt x="1771977" y="0"/>
                  </a:lnTo>
                  <a:cubicBezTo>
                    <a:pt x="1830598" y="0"/>
                    <a:pt x="1878120" y="47522"/>
                    <a:pt x="1878120" y="106143"/>
                  </a:cubicBezTo>
                  <a:lnTo>
                    <a:pt x="1878120" y="106143"/>
                  </a:lnTo>
                  <a:cubicBezTo>
                    <a:pt x="1878120" y="164764"/>
                    <a:pt x="1830598" y="212286"/>
                    <a:pt x="1771977" y="212286"/>
                  </a:cubicBezTo>
                  <a:lnTo>
                    <a:pt x="106143" y="212286"/>
                  </a:lnTo>
                  <a:cubicBezTo>
                    <a:pt x="47522" y="212286"/>
                    <a:pt x="0" y="164764"/>
                    <a:pt x="0" y="106143"/>
                  </a:cubicBezTo>
                  <a:lnTo>
                    <a:pt x="0" y="106143"/>
                  </a:lnTo>
                  <a:cubicBezTo>
                    <a:pt x="0" y="47522"/>
                    <a:pt x="47522" y="0"/>
                    <a:pt x="106143" y="0"/>
                  </a:cubicBezTo>
                  <a:close/>
                </a:path>
              </a:pathLst>
            </a:custGeom>
            <a:solidFill>
              <a:srgbClr val="B4683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78120" cy="250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812672" y="5750168"/>
            <a:ext cx="7128719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Kelas 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010" y="9509790"/>
            <a:ext cx="5888559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KKG PAI Kota Banjar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376" b="-393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956294" y="7288668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0" y="0"/>
                </a:moveTo>
                <a:lnTo>
                  <a:pt x="10375412" y="0"/>
                </a:lnTo>
                <a:lnTo>
                  <a:pt x="10375412" y="5408184"/>
                </a:lnTo>
                <a:lnTo>
                  <a:pt x="0" y="540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21309" y="4462462"/>
            <a:ext cx="10989695" cy="5824538"/>
          </a:xfrm>
          <a:custGeom>
            <a:avLst/>
            <a:gdLst/>
            <a:ahLst/>
            <a:cxnLst/>
            <a:rect l="l" t="t" r="r" b="b"/>
            <a:pathLst>
              <a:path w="10989695" h="5824538">
                <a:moveTo>
                  <a:pt x="0" y="0"/>
                </a:moveTo>
                <a:lnTo>
                  <a:pt x="10989695" y="0"/>
                </a:lnTo>
                <a:lnTo>
                  <a:pt x="10989695" y="5824538"/>
                </a:lnTo>
                <a:lnTo>
                  <a:pt x="0" y="5824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4131869" y="4771917"/>
            <a:ext cx="10989695" cy="5824538"/>
          </a:xfrm>
          <a:custGeom>
            <a:avLst/>
            <a:gdLst/>
            <a:ahLst/>
            <a:cxnLst/>
            <a:rect l="l" t="t" r="r" b="b"/>
            <a:pathLst>
              <a:path w="10989695" h="5824538">
                <a:moveTo>
                  <a:pt x="10989695" y="0"/>
                </a:moveTo>
                <a:lnTo>
                  <a:pt x="0" y="0"/>
                </a:lnTo>
                <a:lnTo>
                  <a:pt x="0" y="5824539"/>
                </a:lnTo>
                <a:lnTo>
                  <a:pt x="10989695" y="5824539"/>
                </a:lnTo>
                <a:lnTo>
                  <a:pt x="1098969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714972" y="2910982"/>
            <a:ext cx="8858056" cy="806023"/>
            <a:chOff x="0" y="0"/>
            <a:chExt cx="2332986" cy="2122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2986" cy="212286"/>
            </a:xfrm>
            <a:custGeom>
              <a:avLst/>
              <a:gdLst/>
              <a:ahLst/>
              <a:cxnLst/>
              <a:rect l="l" t="t" r="r" b="b"/>
              <a:pathLst>
                <a:path w="2332986" h="212286">
                  <a:moveTo>
                    <a:pt x="87400" y="0"/>
                  </a:moveTo>
                  <a:lnTo>
                    <a:pt x="2245586" y="0"/>
                  </a:lnTo>
                  <a:cubicBezTo>
                    <a:pt x="2293856" y="0"/>
                    <a:pt x="2332986" y="39130"/>
                    <a:pt x="2332986" y="87400"/>
                  </a:cubicBezTo>
                  <a:lnTo>
                    <a:pt x="2332986" y="124886"/>
                  </a:lnTo>
                  <a:cubicBezTo>
                    <a:pt x="2332986" y="148066"/>
                    <a:pt x="2323778" y="170296"/>
                    <a:pt x="2307387" y="186687"/>
                  </a:cubicBezTo>
                  <a:cubicBezTo>
                    <a:pt x="2290997" y="203078"/>
                    <a:pt x="2268766" y="212286"/>
                    <a:pt x="2245586" y="212286"/>
                  </a:cubicBezTo>
                  <a:lnTo>
                    <a:pt x="87400" y="212286"/>
                  </a:lnTo>
                  <a:cubicBezTo>
                    <a:pt x="64220" y="212286"/>
                    <a:pt x="41989" y="203078"/>
                    <a:pt x="25599" y="186687"/>
                  </a:cubicBezTo>
                  <a:cubicBezTo>
                    <a:pt x="9208" y="170296"/>
                    <a:pt x="0" y="148066"/>
                    <a:pt x="0" y="124886"/>
                  </a:cubicBezTo>
                  <a:lnTo>
                    <a:pt x="0" y="87400"/>
                  </a:lnTo>
                  <a:cubicBezTo>
                    <a:pt x="0" y="64220"/>
                    <a:pt x="9208" y="41989"/>
                    <a:pt x="25599" y="25599"/>
                  </a:cubicBezTo>
                  <a:cubicBezTo>
                    <a:pt x="41989" y="9208"/>
                    <a:pt x="64220" y="0"/>
                    <a:pt x="87400" y="0"/>
                  </a:cubicBezTo>
                  <a:close/>
                </a:path>
              </a:pathLst>
            </a:custGeom>
            <a:solidFill>
              <a:srgbClr val="FDE2A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32986" cy="250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86749" y="1281653"/>
            <a:ext cx="811450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Tujuan Pembelajaran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714972" y="3965895"/>
            <a:ext cx="8858056" cy="806023"/>
            <a:chOff x="0" y="0"/>
            <a:chExt cx="2332986" cy="2122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32986" cy="212286"/>
            </a:xfrm>
            <a:custGeom>
              <a:avLst/>
              <a:gdLst/>
              <a:ahLst/>
              <a:cxnLst/>
              <a:rect l="l" t="t" r="r" b="b"/>
              <a:pathLst>
                <a:path w="2332986" h="212286">
                  <a:moveTo>
                    <a:pt x="87400" y="0"/>
                  </a:moveTo>
                  <a:lnTo>
                    <a:pt x="2245586" y="0"/>
                  </a:lnTo>
                  <a:cubicBezTo>
                    <a:pt x="2293856" y="0"/>
                    <a:pt x="2332986" y="39130"/>
                    <a:pt x="2332986" y="87400"/>
                  </a:cubicBezTo>
                  <a:lnTo>
                    <a:pt x="2332986" y="124886"/>
                  </a:lnTo>
                  <a:cubicBezTo>
                    <a:pt x="2332986" y="148066"/>
                    <a:pt x="2323778" y="170296"/>
                    <a:pt x="2307387" y="186687"/>
                  </a:cubicBezTo>
                  <a:cubicBezTo>
                    <a:pt x="2290997" y="203078"/>
                    <a:pt x="2268766" y="212286"/>
                    <a:pt x="2245586" y="212286"/>
                  </a:cubicBezTo>
                  <a:lnTo>
                    <a:pt x="87400" y="212286"/>
                  </a:lnTo>
                  <a:cubicBezTo>
                    <a:pt x="64220" y="212286"/>
                    <a:pt x="41989" y="203078"/>
                    <a:pt x="25599" y="186687"/>
                  </a:cubicBezTo>
                  <a:cubicBezTo>
                    <a:pt x="9208" y="170296"/>
                    <a:pt x="0" y="148066"/>
                    <a:pt x="0" y="124886"/>
                  </a:cubicBezTo>
                  <a:lnTo>
                    <a:pt x="0" y="87400"/>
                  </a:lnTo>
                  <a:cubicBezTo>
                    <a:pt x="0" y="64220"/>
                    <a:pt x="9208" y="41989"/>
                    <a:pt x="25599" y="25599"/>
                  </a:cubicBezTo>
                  <a:cubicBezTo>
                    <a:pt x="41989" y="9208"/>
                    <a:pt x="64220" y="0"/>
                    <a:pt x="87400" y="0"/>
                  </a:cubicBezTo>
                  <a:close/>
                </a:path>
              </a:pathLst>
            </a:custGeom>
            <a:solidFill>
              <a:srgbClr val="FDE2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32986" cy="250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14972" y="5095687"/>
            <a:ext cx="8858056" cy="1583381"/>
            <a:chOff x="0" y="0"/>
            <a:chExt cx="2332986" cy="4170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32986" cy="417022"/>
            </a:xfrm>
            <a:custGeom>
              <a:avLst/>
              <a:gdLst/>
              <a:ahLst/>
              <a:cxnLst/>
              <a:rect l="l" t="t" r="r" b="b"/>
              <a:pathLst>
                <a:path w="2332986" h="417022">
                  <a:moveTo>
                    <a:pt x="39330" y="0"/>
                  </a:moveTo>
                  <a:lnTo>
                    <a:pt x="2293656" y="0"/>
                  </a:lnTo>
                  <a:cubicBezTo>
                    <a:pt x="2304087" y="0"/>
                    <a:pt x="2314091" y="4144"/>
                    <a:pt x="2321467" y="11519"/>
                  </a:cubicBezTo>
                  <a:cubicBezTo>
                    <a:pt x="2328842" y="18895"/>
                    <a:pt x="2332986" y="28899"/>
                    <a:pt x="2332986" y="39330"/>
                  </a:cubicBezTo>
                  <a:lnTo>
                    <a:pt x="2332986" y="377692"/>
                  </a:lnTo>
                  <a:cubicBezTo>
                    <a:pt x="2332986" y="388123"/>
                    <a:pt x="2328842" y="398127"/>
                    <a:pt x="2321467" y="405503"/>
                  </a:cubicBezTo>
                  <a:cubicBezTo>
                    <a:pt x="2314091" y="412879"/>
                    <a:pt x="2304087" y="417022"/>
                    <a:pt x="2293656" y="417022"/>
                  </a:cubicBezTo>
                  <a:lnTo>
                    <a:pt x="39330" y="417022"/>
                  </a:lnTo>
                  <a:cubicBezTo>
                    <a:pt x="28899" y="417022"/>
                    <a:pt x="18895" y="412879"/>
                    <a:pt x="11519" y="405503"/>
                  </a:cubicBezTo>
                  <a:cubicBezTo>
                    <a:pt x="4144" y="398127"/>
                    <a:pt x="0" y="388123"/>
                    <a:pt x="0" y="377692"/>
                  </a:cubicBezTo>
                  <a:lnTo>
                    <a:pt x="0" y="39330"/>
                  </a:lnTo>
                  <a:cubicBezTo>
                    <a:pt x="0" y="28899"/>
                    <a:pt x="4144" y="18895"/>
                    <a:pt x="11519" y="11519"/>
                  </a:cubicBezTo>
                  <a:cubicBezTo>
                    <a:pt x="18895" y="4144"/>
                    <a:pt x="28899" y="0"/>
                    <a:pt x="39330" y="0"/>
                  </a:cubicBezTo>
                  <a:close/>
                </a:path>
              </a:pathLst>
            </a:custGeom>
            <a:solidFill>
              <a:srgbClr val="FDE2A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32986" cy="455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364797" y="2953070"/>
            <a:ext cx="755840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Mengenal kisah Nabi Adam a.s.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64797" y="4018069"/>
            <a:ext cx="755840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Meneladani sikap Nabi Adam a.s.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50963" y="5226978"/>
            <a:ext cx="8586074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Mengetahui bahwa Nabi Adam a.s. adalah manusia pertama ciptaan Allah.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850963" y="2549032"/>
            <a:ext cx="858607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376" b="-393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956294" y="7288668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0" y="0"/>
                </a:moveTo>
                <a:lnTo>
                  <a:pt x="10375412" y="0"/>
                </a:lnTo>
                <a:lnTo>
                  <a:pt x="10375412" y="5408184"/>
                </a:lnTo>
                <a:lnTo>
                  <a:pt x="0" y="540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21309" y="4462462"/>
            <a:ext cx="10989695" cy="5824538"/>
          </a:xfrm>
          <a:custGeom>
            <a:avLst/>
            <a:gdLst/>
            <a:ahLst/>
            <a:cxnLst/>
            <a:rect l="l" t="t" r="r" b="b"/>
            <a:pathLst>
              <a:path w="10989695" h="5824538">
                <a:moveTo>
                  <a:pt x="0" y="0"/>
                </a:moveTo>
                <a:lnTo>
                  <a:pt x="10989695" y="0"/>
                </a:lnTo>
                <a:lnTo>
                  <a:pt x="10989695" y="5824538"/>
                </a:lnTo>
                <a:lnTo>
                  <a:pt x="0" y="5824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4131869" y="4771917"/>
            <a:ext cx="10989695" cy="5824538"/>
          </a:xfrm>
          <a:custGeom>
            <a:avLst/>
            <a:gdLst/>
            <a:ahLst/>
            <a:cxnLst/>
            <a:rect l="l" t="t" r="r" b="b"/>
            <a:pathLst>
              <a:path w="10989695" h="5824538">
                <a:moveTo>
                  <a:pt x="10989695" y="0"/>
                </a:moveTo>
                <a:lnTo>
                  <a:pt x="0" y="0"/>
                </a:lnTo>
                <a:lnTo>
                  <a:pt x="0" y="5824539"/>
                </a:lnTo>
                <a:lnTo>
                  <a:pt x="10989695" y="5824539"/>
                </a:lnTo>
                <a:lnTo>
                  <a:pt x="1098969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71822" y="2910982"/>
            <a:ext cx="13515781" cy="1933701"/>
            <a:chOff x="0" y="0"/>
            <a:chExt cx="3559712" cy="5092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59712" cy="509288"/>
            </a:xfrm>
            <a:custGeom>
              <a:avLst/>
              <a:gdLst/>
              <a:ahLst/>
              <a:cxnLst/>
              <a:rect l="l" t="t" r="r" b="b"/>
              <a:pathLst>
                <a:path w="3559712" h="509288">
                  <a:moveTo>
                    <a:pt x="57281" y="0"/>
                  </a:moveTo>
                  <a:lnTo>
                    <a:pt x="3502431" y="0"/>
                  </a:lnTo>
                  <a:cubicBezTo>
                    <a:pt x="3517623" y="0"/>
                    <a:pt x="3532193" y="6035"/>
                    <a:pt x="3542935" y="16777"/>
                  </a:cubicBezTo>
                  <a:cubicBezTo>
                    <a:pt x="3553677" y="27519"/>
                    <a:pt x="3559712" y="42089"/>
                    <a:pt x="3559712" y="57281"/>
                  </a:cubicBezTo>
                  <a:lnTo>
                    <a:pt x="3559712" y="452007"/>
                  </a:lnTo>
                  <a:cubicBezTo>
                    <a:pt x="3559712" y="467199"/>
                    <a:pt x="3553677" y="481768"/>
                    <a:pt x="3542935" y="492510"/>
                  </a:cubicBezTo>
                  <a:cubicBezTo>
                    <a:pt x="3532193" y="503253"/>
                    <a:pt x="3517623" y="509288"/>
                    <a:pt x="3502431" y="509288"/>
                  </a:cubicBezTo>
                  <a:lnTo>
                    <a:pt x="57281" y="509288"/>
                  </a:lnTo>
                  <a:cubicBezTo>
                    <a:pt x="42089" y="509288"/>
                    <a:pt x="27519" y="503253"/>
                    <a:pt x="16777" y="492510"/>
                  </a:cubicBezTo>
                  <a:cubicBezTo>
                    <a:pt x="6035" y="481768"/>
                    <a:pt x="0" y="467199"/>
                    <a:pt x="0" y="452007"/>
                  </a:cubicBezTo>
                  <a:lnTo>
                    <a:pt x="0" y="57281"/>
                  </a:lnTo>
                  <a:cubicBezTo>
                    <a:pt x="0" y="42089"/>
                    <a:pt x="6035" y="27519"/>
                    <a:pt x="16777" y="16777"/>
                  </a:cubicBezTo>
                  <a:cubicBezTo>
                    <a:pt x="27519" y="6035"/>
                    <a:pt x="42089" y="0"/>
                    <a:pt x="57281" y="0"/>
                  </a:cubicBezTo>
                  <a:close/>
                </a:path>
              </a:pathLst>
            </a:custGeom>
            <a:solidFill>
              <a:srgbClr val="FDE2A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59712" cy="547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86749" y="1300703"/>
            <a:ext cx="811450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Video Pembelajaran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714972" y="5082808"/>
            <a:ext cx="8858056" cy="2377648"/>
            <a:chOff x="0" y="0"/>
            <a:chExt cx="2332986" cy="6262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32986" cy="626212"/>
            </a:xfrm>
            <a:custGeom>
              <a:avLst/>
              <a:gdLst/>
              <a:ahLst/>
              <a:cxnLst/>
              <a:rect l="l" t="t" r="r" b="b"/>
              <a:pathLst>
                <a:path w="2332986" h="626212">
                  <a:moveTo>
                    <a:pt x="87400" y="0"/>
                  </a:moveTo>
                  <a:lnTo>
                    <a:pt x="2245586" y="0"/>
                  </a:lnTo>
                  <a:cubicBezTo>
                    <a:pt x="2293856" y="0"/>
                    <a:pt x="2332986" y="39130"/>
                    <a:pt x="2332986" y="87400"/>
                  </a:cubicBezTo>
                  <a:lnTo>
                    <a:pt x="2332986" y="538812"/>
                  </a:lnTo>
                  <a:cubicBezTo>
                    <a:pt x="2332986" y="561992"/>
                    <a:pt x="2323778" y="584222"/>
                    <a:pt x="2307387" y="600613"/>
                  </a:cubicBezTo>
                  <a:cubicBezTo>
                    <a:pt x="2290997" y="617004"/>
                    <a:pt x="2268766" y="626212"/>
                    <a:pt x="2245586" y="626212"/>
                  </a:cubicBezTo>
                  <a:lnTo>
                    <a:pt x="87400" y="626212"/>
                  </a:lnTo>
                  <a:cubicBezTo>
                    <a:pt x="64220" y="626212"/>
                    <a:pt x="41989" y="617004"/>
                    <a:pt x="25599" y="600613"/>
                  </a:cubicBezTo>
                  <a:cubicBezTo>
                    <a:pt x="9208" y="584222"/>
                    <a:pt x="0" y="561992"/>
                    <a:pt x="0" y="538812"/>
                  </a:cubicBezTo>
                  <a:lnTo>
                    <a:pt x="0" y="87400"/>
                  </a:lnTo>
                  <a:cubicBezTo>
                    <a:pt x="0" y="64220"/>
                    <a:pt x="9208" y="41989"/>
                    <a:pt x="25599" y="25599"/>
                  </a:cubicBezTo>
                  <a:cubicBezTo>
                    <a:pt x="41989" y="9208"/>
                    <a:pt x="64220" y="0"/>
                    <a:pt x="87400" y="0"/>
                  </a:cubicBezTo>
                  <a:close/>
                </a:path>
              </a:pathLst>
            </a:custGeom>
            <a:solidFill>
              <a:srgbClr val="FDE2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32986" cy="664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74946" y="3055532"/>
            <a:ext cx="12158981" cy="92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 b="1" u="sng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  <a:hlinkClick r:id="rId7" tooltip="https://wayground.com/join?gc=26250150&amp;source=liveDashboard"/>
              </a:rPr>
              <a:t>Mengenal kisah Nabi Adam a.s.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64797" y="5398237"/>
            <a:ext cx="7836454" cy="165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0"/>
              </a:lnSpc>
            </a:pPr>
            <a:r>
              <a:rPr lang="en-US" sz="4728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Simak video dengan baik dan jawab pertanyaannya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850963" y="2549032"/>
            <a:ext cx="858607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17197" y="3985173"/>
            <a:ext cx="7836454" cy="81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0"/>
              </a:lnSpc>
            </a:pPr>
            <a:r>
              <a:rPr lang="en-US" sz="4728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Klik link di atas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376" b="-3937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556628" y="1517766"/>
            <a:ext cx="3874877" cy="8400818"/>
          </a:xfrm>
          <a:custGeom>
            <a:avLst/>
            <a:gdLst/>
            <a:ahLst/>
            <a:cxnLst/>
            <a:rect l="l" t="t" r="r" b="b"/>
            <a:pathLst>
              <a:path w="3874877" h="8400818">
                <a:moveTo>
                  <a:pt x="3874877" y="0"/>
                </a:moveTo>
                <a:lnTo>
                  <a:pt x="0" y="0"/>
                </a:lnTo>
                <a:lnTo>
                  <a:pt x="0" y="8400818"/>
                </a:lnTo>
                <a:lnTo>
                  <a:pt x="3874877" y="8400818"/>
                </a:lnTo>
                <a:lnTo>
                  <a:pt x="387487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9977126" y="8998637"/>
            <a:ext cx="9996420" cy="2249195"/>
          </a:xfrm>
          <a:custGeom>
            <a:avLst/>
            <a:gdLst/>
            <a:ahLst/>
            <a:cxnLst/>
            <a:rect l="l" t="t" r="r" b="b"/>
            <a:pathLst>
              <a:path w="9996420" h="2249195">
                <a:moveTo>
                  <a:pt x="0" y="2249194"/>
                </a:moveTo>
                <a:lnTo>
                  <a:pt x="9996420" y="2249194"/>
                </a:lnTo>
                <a:lnTo>
                  <a:pt x="9996420" y="0"/>
                </a:lnTo>
                <a:lnTo>
                  <a:pt x="0" y="0"/>
                </a:lnTo>
                <a:lnTo>
                  <a:pt x="0" y="22491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0921319" y="3444362"/>
            <a:ext cx="6317156" cy="6317156"/>
          </a:xfrm>
          <a:custGeom>
            <a:avLst/>
            <a:gdLst/>
            <a:ahLst/>
            <a:cxnLst/>
            <a:rect l="l" t="t" r="r" b="b"/>
            <a:pathLst>
              <a:path w="6317156" h="6317156">
                <a:moveTo>
                  <a:pt x="6317155" y="0"/>
                </a:moveTo>
                <a:lnTo>
                  <a:pt x="0" y="0"/>
                </a:lnTo>
                <a:lnTo>
                  <a:pt x="0" y="6317155"/>
                </a:lnTo>
                <a:lnTo>
                  <a:pt x="6317155" y="6317155"/>
                </a:lnTo>
                <a:lnTo>
                  <a:pt x="63171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33010" y="2674960"/>
            <a:ext cx="9201163" cy="1429356"/>
            <a:chOff x="0" y="0"/>
            <a:chExt cx="2423352" cy="3764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23351" cy="376456"/>
            </a:xfrm>
            <a:custGeom>
              <a:avLst/>
              <a:gdLst/>
              <a:ahLst/>
              <a:cxnLst/>
              <a:rect l="l" t="t" r="r" b="b"/>
              <a:pathLst>
                <a:path w="2423351" h="376456">
                  <a:moveTo>
                    <a:pt x="84141" y="0"/>
                  </a:moveTo>
                  <a:lnTo>
                    <a:pt x="2339211" y="0"/>
                  </a:lnTo>
                  <a:cubicBezTo>
                    <a:pt x="2361526" y="0"/>
                    <a:pt x="2382928" y="8865"/>
                    <a:pt x="2398707" y="24644"/>
                  </a:cubicBezTo>
                  <a:cubicBezTo>
                    <a:pt x="2414487" y="40424"/>
                    <a:pt x="2423351" y="61825"/>
                    <a:pt x="2423351" y="84141"/>
                  </a:cubicBezTo>
                  <a:lnTo>
                    <a:pt x="2423351" y="292315"/>
                  </a:lnTo>
                  <a:cubicBezTo>
                    <a:pt x="2423351" y="338785"/>
                    <a:pt x="2385680" y="376456"/>
                    <a:pt x="2339211" y="376456"/>
                  </a:cubicBezTo>
                  <a:lnTo>
                    <a:pt x="84141" y="376456"/>
                  </a:lnTo>
                  <a:cubicBezTo>
                    <a:pt x="37671" y="376456"/>
                    <a:pt x="0" y="338785"/>
                    <a:pt x="0" y="292315"/>
                  </a:cubicBezTo>
                  <a:lnTo>
                    <a:pt x="0" y="84141"/>
                  </a:lnTo>
                  <a:cubicBezTo>
                    <a:pt x="0" y="37671"/>
                    <a:pt x="37671" y="0"/>
                    <a:pt x="84141" y="0"/>
                  </a:cubicBezTo>
                  <a:close/>
                </a:path>
              </a:pathLst>
            </a:custGeom>
            <a:solidFill>
              <a:srgbClr val="FDE29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23352" cy="414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04787" y="1019175"/>
            <a:ext cx="8114503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 Siapakah Nabi Adam a.s.?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8897" y="2758658"/>
            <a:ext cx="8649794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Nabi Adam a.s. adalah manusia pertama yang diciptakan oleh Allah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569001" y="2277029"/>
            <a:ext cx="858607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433010" y="4374098"/>
            <a:ext cx="9201163" cy="1429356"/>
            <a:chOff x="0" y="0"/>
            <a:chExt cx="2423352" cy="3764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23351" cy="376456"/>
            </a:xfrm>
            <a:custGeom>
              <a:avLst/>
              <a:gdLst/>
              <a:ahLst/>
              <a:cxnLst/>
              <a:rect l="l" t="t" r="r" b="b"/>
              <a:pathLst>
                <a:path w="2423351" h="376456">
                  <a:moveTo>
                    <a:pt x="84141" y="0"/>
                  </a:moveTo>
                  <a:lnTo>
                    <a:pt x="2339211" y="0"/>
                  </a:lnTo>
                  <a:cubicBezTo>
                    <a:pt x="2361526" y="0"/>
                    <a:pt x="2382928" y="8865"/>
                    <a:pt x="2398707" y="24644"/>
                  </a:cubicBezTo>
                  <a:cubicBezTo>
                    <a:pt x="2414487" y="40424"/>
                    <a:pt x="2423351" y="61825"/>
                    <a:pt x="2423351" y="84141"/>
                  </a:cubicBezTo>
                  <a:lnTo>
                    <a:pt x="2423351" y="292315"/>
                  </a:lnTo>
                  <a:cubicBezTo>
                    <a:pt x="2423351" y="338785"/>
                    <a:pt x="2385680" y="376456"/>
                    <a:pt x="2339211" y="376456"/>
                  </a:cubicBezTo>
                  <a:lnTo>
                    <a:pt x="84141" y="376456"/>
                  </a:lnTo>
                  <a:cubicBezTo>
                    <a:pt x="37671" y="376456"/>
                    <a:pt x="0" y="338785"/>
                    <a:pt x="0" y="292315"/>
                  </a:cubicBezTo>
                  <a:lnTo>
                    <a:pt x="0" y="84141"/>
                  </a:lnTo>
                  <a:cubicBezTo>
                    <a:pt x="0" y="37671"/>
                    <a:pt x="37671" y="0"/>
                    <a:pt x="84141" y="0"/>
                  </a:cubicBezTo>
                  <a:close/>
                </a:path>
              </a:pathLst>
            </a:custGeom>
            <a:solidFill>
              <a:srgbClr val="FDE29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23352" cy="414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56753" y="4428376"/>
            <a:ext cx="7662537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Nabi Adam a.s. diciptakan dari tanah oleh Allah.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33010" y="6073236"/>
            <a:ext cx="9201163" cy="1429356"/>
            <a:chOff x="0" y="0"/>
            <a:chExt cx="2423352" cy="3764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23351" cy="376456"/>
            </a:xfrm>
            <a:custGeom>
              <a:avLst/>
              <a:gdLst/>
              <a:ahLst/>
              <a:cxnLst/>
              <a:rect l="l" t="t" r="r" b="b"/>
              <a:pathLst>
                <a:path w="2423351" h="376456">
                  <a:moveTo>
                    <a:pt x="84141" y="0"/>
                  </a:moveTo>
                  <a:lnTo>
                    <a:pt x="2339211" y="0"/>
                  </a:lnTo>
                  <a:cubicBezTo>
                    <a:pt x="2361526" y="0"/>
                    <a:pt x="2382928" y="8865"/>
                    <a:pt x="2398707" y="24644"/>
                  </a:cubicBezTo>
                  <a:cubicBezTo>
                    <a:pt x="2414487" y="40424"/>
                    <a:pt x="2423351" y="61825"/>
                    <a:pt x="2423351" y="84141"/>
                  </a:cubicBezTo>
                  <a:lnTo>
                    <a:pt x="2423351" y="292315"/>
                  </a:lnTo>
                  <a:cubicBezTo>
                    <a:pt x="2423351" y="338785"/>
                    <a:pt x="2385680" y="376456"/>
                    <a:pt x="2339211" y="376456"/>
                  </a:cubicBezTo>
                  <a:lnTo>
                    <a:pt x="84141" y="376456"/>
                  </a:lnTo>
                  <a:cubicBezTo>
                    <a:pt x="37671" y="376456"/>
                    <a:pt x="0" y="338785"/>
                    <a:pt x="0" y="292315"/>
                  </a:cubicBezTo>
                  <a:lnTo>
                    <a:pt x="0" y="84141"/>
                  </a:lnTo>
                  <a:cubicBezTo>
                    <a:pt x="0" y="37671"/>
                    <a:pt x="37671" y="0"/>
                    <a:pt x="84141" y="0"/>
                  </a:cubicBezTo>
                  <a:close/>
                </a:path>
              </a:pathLst>
            </a:custGeom>
            <a:solidFill>
              <a:srgbClr val="FDE29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23352" cy="414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60481" y="6140769"/>
            <a:ext cx="7158808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Allah mengajarkan Nabi Adam a.s. berbagai pengetahuan.</a:t>
            </a:r>
          </a:p>
        </p:txBody>
      </p:sp>
      <p:sp>
        <p:nvSpPr>
          <p:cNvPr id="20" name="Freeform 20"/>
          <p:cNvSpPr/>
          <p:nvPr/>
        </p:nvSpPr>
        <p:spPr>
          <a:xfrm>
            <a:off x="0" y="7448442"/>
            <a:ext cx="1433010" cy="3106796"/>
          </a:xfrm>
          <a:custGeom>
            <a:avLst/>
            <a:gdLst/>
            <a:ahLst/>
            <a:cxnLst/>
            <a:rect l="l" t="t" r="r" b="b"/>
            <a:pathLst>
              <a:path w="1433010" h="3106796">
                <a:moveTo>
                  <a:pt x="0" y="0"/>
                </a:moveTo>
                <a:lnTo>
                  <a:pt x="1433010" y="0"/>
                </a:lnTo>
                <a:lnTo>
                  <a:pt x="1433010" y="3106797"/>
                </a:lnTo>
                <a:lnTo>
                  <a:pt x="0" y="3106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60954" y="7961361"/>
            <a:ext cx="1433010" cy="3106796"/>
          </a:xfrm>
          <a:custGeom>
            <a:avLst/>
            <a:gdLst/>
            <a:ahLst/>
            <a:cxnLst/>
            <a:rect l="l" t="t" r="r" b="b"/>
            <a:pathLst>
              <a:path w="1433010" h="3106796">
                <a:moveTo>
                  <a:pt x="0" y="0"/>
                </a:moveTo>
                <a:lnTo>
                  <a:pt x="1433010" y="0"/>
                </a:lnTo>
                <a:lnTo>
                  <a:pt x="1433010" y="3106797"/>
                </a:lnTo>
                <a:lnTo>
                  <a:pt x="0" y="3106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811149" y="7938887"/>
            <a:ext cx="3646047" cy="2638826"/>
          </a:xfrm>
          <a:custGeom>
            <a:avLst/>
            <a:gdLst/>
            <a:ahLst/>
            <a:cxnLst/>
            <a:rect l="l" t="t" r="r" b="b"/>
            <a:pathLst>
              <a:path w="3646047" h="2638826">
                <a:moveTo>
                  <a:pt x="0" y="0"/>
                </a:moveTo>
                <a:lnTo>
                  <a:pt x="3646047" y="0"/>
                </a:lnTo>
                <a:lnTo>
                  <a:pt x="3646047" y="2638826"/>
                </a:lnTo>
                <a:lnTo>
                  <a:pt x="0" y="2638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376" b="-39376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358782" y="3073719"/>
            <a:ext cx="9434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025733" y="3368535"/>
            <a:ext cx="10799162" cy="812480"/>
            <a:chOff x="0" y="0"/>
            <a:chExt cx="2844224" cy="213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4224" cy="213987"/>
            </a:xfrm>
            <a:custGeom>
              <a:avLst/>
              <a:gdLst/>
              <a:ahLst/>
              <a:cxnLst/>
              <a:rect l="l" t="t" r="r" b="b"/>
              <a:pathLst>
                <a:path w="2844224" h="213987">
                  <a:moveTo>
                    <a:pt x="71690" y="0"/>
                  </a:moveTo>
                  <a:lnTo>
                    <a:pt x="2772534" y="0"/>
                  </a:lnTo>
                  <a:cubicBezTo>
                    <a:pt x="2791547" y="0"/>
                    <a:pt x="2809782" y="7553"/>
                    <a:pt x="2823226" y="20998"/>
                  </a:cubicBezTo>
                  <a:cubicBezTo>
                    <a:pt x="2836671" y="34442"/>
                    <a:pt x="2844224" y="52677"/>
                    <a:pt x="2844224" y="71690"/>
                  </a:cubicBezTo>
                  <a:lnTo>
                    <a:pt x="2844224" y="142297"/>
                  </a:lnTo>
                  <a:cubicBezTo>
                    <a:pt x="2844224" y="161310"/>
                    <a:pt x="2836671" y="179545"/>
                    <a:pt x="2823226" y="192989"/>
                  </a:cubicBezTo>
                  <a:cubicBezTo>
                    <a:pt x="2809782" y="206433"/>
                    <a:pt x="2791547" y="213987"/>
                    <a:pt x="2772534" y="213987"/>
                  </a:cubicBezTo>
                  <a:lnTo>
                    <a:pt x="71690" y="213987"/>
                  </a:lnTo>
                  <a:cubicBezTo>
                    <a:pt x="52677" y="213987"/>
                    <a:pt x="34442" y="206433"/>
                    <a:pt x="20998" y="192989"/>
                  </a:cubicBezTo>
                  <a:cubicBezTo>
                    <a:pt x="7553" y="179545"/>
                    <a:pt x="0" y="161310"/>
                    <a:pt x="0" y="142297"/>
                  </a:cubicBezTo>
                  <a:lnTo>
                    <a:pt x="0" y="71690"/>
                  </a:lnTo>
                  <a:cubicBezTo>
                    <a:pt x="0" y="52677"/>
                    <a:pt x="7553" y="34442"/>
                    <a:pt x="20998" y="20998"/>
                  </a:cubicBezTo>
                  <a:cubicBezTo>
                    <a:pt x="34442" y="7553"/>
                    <a:pt x="52677" y="0"/>
                    <a:pt x="71690" y="0"/>
                  </a:cubicBezTo>
                  <a:close/>
                </a:path>
              </a:pathLst>
            </a:custGeom>
            <a:solidFill>
              <a:srgbClr val="FDE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4224" cy="252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25733" y="4459453"/>
            <a:ext cx="10799162" cy="903168"/>
            <a:chOff x="0" y="0"/>
            <a:chExt cx="2844224" cy="2378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44224" cy="237872"/>
            </a:xfrm>
            <a:custGeom>
              <a:avLst/>
              <a:gdLst/>
              <a:ahLst/>
              <a:cxnLst/>
              <a:rect l="l" t="t" r="r" b="b"/>
              <a:pathLst>
                <a:path w="2844224" h="237872">
                  <a:moveTo>
                    <a:pt x="71690" y="0"/>
                  </a:moveTo>
                  <a:lnTo>
                    <a:pt x="2772534" y="0"/>
                  </a:lnTo>
                  <a:cubicBezTo>
                    <a:pt x="2791547" y="0"/>
                    <a:pt x="2809782" y="7553"/>
                    <a:pt x="2823226" y="20998"/>
                  </a:cubicBezTo>
                  <a:cubicBezTo>
                    <a:pt x="2836671" y="34442"/>
                    <a:pt x="2844224" y="52677"/>
                    <a:pt x="2844224" y="71690"/>
                  </a:cubicBezTo>
                  <a:lnTo>
                    <a:pt x="2844224" y="166181"/>
                  </a:lnTo>
                  <a:cubicBezTo>
                    <a:pt x="2844224" y="185195"/>
                    <a:pt x="2836671" y="203429"/>
                    <a:pt x="2823226" y="216874"/>
                  </a:cubicBezTo>
                  <a:cubicBezTo>
                    <a:pt x="2809782" y="230318"/>
                    <a:pt x="2791547" y="237872"/>
                    <a:pt x="2772534" y="237872"/>
                  </a:cubicBezTo>
                  <a:lnTo>
                    <a:pt x="71690" y="237872"/>
                  </a:lnTo>
                  <a:cubicBezTo>
                    <a:pt x="52677" y="237872"/>
                    <a:pt x="34442" y="230318"/>
                    <a:pt x="20998" y="216874"/>
                  </a:cubicBezTo>
                  <a:cubicBezTo>
                    <a:pt x="7553" y="203429"/>
                    <a:pt x="0" y="185195"/>
                    <a:pt x="0" y="166181"/>
                  </a:cubicBezTo>
                  <a:lnTo>
                    <a:pt x="0" y="71690"/>
                  </a:lnTo>
                  <a:cubicBezTo>
                    <a:pt x="0" y="52677"/>
                    <a:pt x="7553" y="34442"/>
                    <a:pt x="20998" y="20998"/>
                  </a:cubicBezTo>
                  <a:cubicBezTo>
                    <a:pt x="34442" y="7553"/>
                    <a:pt x="52677" y="0"/>
                    <a:pt x="71690" y="0"/>
                  </a:cubicBezTo>
                  <a:close/>
                </a:path>
              </a:pathLst>
            </a:custGeom>
            <a:solidFill>
              <a:srgbClr val="FDE29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44224" cy="275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929218" y="7294905"/>
            <a:ext cx="6304149" cy="3341199"/>
          </a:xfrm>
          <a:custGeom>
            <a:avLst/>
            <a:gdLst/>
            <a:ahLst/>
            <a:cxnLst/>
            <a:rect l="l" t="t" r="r" b="b"/>
            <a:pathLst>
              <a:path w="6304149" h="3341199">
                <a:moveTo>
                  <a:pt x="0" y="0"/>
                </a:moveTo>
                <a:lnTo>
                  <a:pt x="6304150" y="0"/>
                </a:lnTo>
                <a:lnTo>
                  <a:pt x="6304150" y="3341199"/>
                </a:lnTo>
                <a:lnTo>
                  <a:pt x="0" y="3341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-2268892" y="7145143"/>
            <a:ext cx="6304149" cy="3341199"/>
          </a:xfrm>
          <a:custGeom>
            <a:avLst/>
            <a:gdLst/>
            <a:ahLst/>
            <a:cxnLst/>
            <a:rect l="l" t="t" r="r" b="b"/>
            <a:pathLst>
              <a:path w="6304149" h="3341199">
                <a:moveTo>
                  <a:pt x="6304150" y="0"/>
                </a:moveTo>
                <a:lnTo>
                  <a:pt x="0" y="0"/>
                </a:lnTo>
                <a:lnTo>
                  <a:pt x="0" y="3341200"/>
                </a:lnTo>
                <a:lnTo>
                  <a:pt x="6304150" y="3341200"/>
                </a:lnTo>
                <a:lnTo>
                  <a:pt x="63041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V="1">
            <a:off x="1427513" y="9414726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0" y="1858952"/>
                </a:moveTo>
                <a:lnTo>
                  <a:pt x="8262011" y="1858952"/>
                </a:lnTo>
                <a:lnTo>
                  <a:pt x="8262011" y="0"/>
                </a:lnTo>
                <a:lnTo>
                  <a:pt x="0" y="0"/>
                </a:lnTo>
                <a:lnTo>
                  <a:pt x="0" y="18589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8054360" y="9414726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0" y="1858952"/>
                </a:moveTo>
                <a:lnTo>
                  <a:pt x="8262010" y="1858952"/>
                </a:lnTo>
                <a:lnTo>
                  <a:pt x="8262010" y="0"/>
                </a:lnTo>
                <a:lnTo>
                  <a:pt x="0" y="0"/>
                </a:lnTo>
                <a:lnTo>
                  <a:pt x="0" y="18589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22286" y="6821385"/>
            <a:ext cx="7899312" cy="3386830"/>
          </a:xfrm>
          <a:custGeom>
            <a:avLst/>
            <a:gdLst/>
            <a:ahLst/>
            <a:cxnLst/>
            <a:rect l="l" t="t" r="r" b="b"/>
            <a:pathLst>
              <a:path w="7899312" h="3386830">
                <a:moveTo>
                  <a:pt x="0" y="0"/>
                </a:moveTo>
                <a:lnTo>
                  <a:pt x="7899312" y="0"/>
                </a:lnTo>
                <a:lnTo>
                  <a:pt x="7899312" y="3386830"/>
                </a:lnTo>
                <a:lnTo>
                  <a:pt x="0" y="33868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086749" y="1796815"/>
            <a:ext cx="8114503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 Istri Nabi Adam a.s.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86749" y="3420709"/>
            <a:ext cx="937180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Istri Nabi Adam a.s. bernama Hawa.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56630" y="4502957"/>
            <a:ext cx="1039239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Nabi Adam a.s. dan Siti Hawa tinggal di surga.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376" b="-3937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7688863" y="2943731"/>
            <a:ext cx="9434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7688863" y="3238547"/>
            <a:ext cx="9570437" cy="1805263"/>
            <a:chOff x="0" y="0"/>
            <a:chExt cx="2520609" cy="475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0609" cy="475460"/>
            </a:xfrm>
            <a:custGeom>
              <a:avLst/>
              <a:gdLst/>
              <a:ahLst/>
              <a:cxnLst/>
              <a:rect l="l" t="t" r="r" b="b"/>
              <a:pathLst>
                <a:path w="2520609" h="475460">
                  <a:moveTo>
                    <a:pt x="80894" y="0"/>
                  </a:moveTo>
                  <a:lnTo>
                    <a:pt x="2439715" y="0"/>
                  </a:lnTo>
                  <a:cubicBezTo>
                    <a:pt x="2461169" y="0"/>
                    <a:pt x="2481745" y="8523"/>
                    <a:pt x="2496916" y="23693"/>
                  </a:cubicBezTo>
                  <a:cubicBezTo>
                    <a:pt x="2512086" y="38864"/>
                    <a:pt x="2520609" y="59440"/>
                    <a:pt x="2520609" y="80894"/>
                  </a:cubicBezTo>
                  <a:lnTo>
                    <a:pt x="2520609" y="394566"/>
                  </a:lnTo>
                  <a:cubicBezTo>
                    <a:pt x="2520609" y="416021"/>
                    <a:pt x="2512086" y="436596"/>
                    <a:pt x="2496916" y="451767"/>
                  </a:cubicBezTo>
                  <a:cubicBezTo>
                    <a:pt x="2481745" y="466937"/>
                    <a:pt x="2461169" y="475460"/>
                    <a:pt x="2439715" y="475460"/>
                  </a:cubicBezTo>
                  <a:lnTo>
                    <a:pt x="80894" y="475460"/>
                  </a:lnTo>
                  <a:cubicBezTo>
                    <a:pt x="59440" y="475460"/>
                    <a:pt x="38864" y="466937"/>
                    <a:pt x="23693" y="451767"/>
                  </a:cubicBezTo>
                  <a:cubicBezTo>
                    <a:pt x="8523" y="436596"/>
                    <a:pt x="0" y="416021"/>
                    <a:pt x="0" y="394566"/>
                  </a:cubicBezTo>
                  <a:lnTo>
                    <a:pt x="0" y="80894"/>
                  </a:lnTo>
                  <a:cubicBezTo>
                    <a:pt x="0" y="59440"/>
                    <a:pt x="8523" y="38864"/>
                    <a:pt x="23693" y="23693"/>
                  </a:cubicBezTo>
                  <a:cubicBezTo>
                    <a:pt x="38864" y="8523"/>
                    <a:pt x="59440" y="0"/>
                    <a:pt x="80894" y="0"/>
                  </a:cubicBezTo>
                  <a:close/>
                </a:path>
              </a:pathLst>
            </a:custGeom>
            <a:solidFill>
              <a:srgbClr val="FDE28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0609" cy="513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88863" y="5143500"/>
            <a:ext cx="9570437" cy="2182012"/>
            <a:chOff x="0" y="0"/>
            <a:chExt cx="2520609" cy="5746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20609" cy="574686"/>
            </a:xfrm>
            <a:custGeom>
              <a:avLst/>
              <a:gdLst/>
              <a:ahLst/>
              <a:cxnLst/>
              <a:rect l="l" t="t" r="r" b="b"/>
              <a:pathLst>
                <a:path w="2520609" h="574686">
                  <a:moveTo>
                    <a:pt x="80894" y="0"/>
                  </a:moveTo>
                  <a:lnTo>
                    <a:pt x="2439715" y="0"/>
                  </a:lnTo>
                  <a:cubicBezTo>
                    <a:pt x="2461169" y="0"/>
                    <a:pt x="2481745" y="8523"/>
                    <a:pt x="2496916" y="23693"/>
                  </a:cubicBezTo>
                  <a:cubicBezTo>
                    <a:pt x="2512086" y="38864"/>
                    <a:pt x="2520609" y="59440"/>
                    <a:pt x="2520609" y="80894"/>
                  </a:cubicBezTo>
                  <a:lnTo>
                    <a:pt x="2520609" y="493792"/>
                  </a:lnTo>
                  <a:cubicBezTo>
                    <a:pt x="2520609" y="538469"/>
                    <a:pt x="2484391" y="574686"/>
                    <a:pt x="2439715" y="574686"/>
                  </a:cubicBezTo>
                  <a:lnTo>
                    <a:pt x="80894" y="574686"/>
                  </a:lnTo>
                  <a:cubicBezTo>
                    <a:pt x="59440" y="574686"/>
                    <a:pt x="38864" y="566164"/>
                    <a:pt x="23693" y="550993"/>
                  </a:cubicBezTo>
                  <a:cubicBezTo>
                    <a:pt x="8523" y="535822"/>
                    <a:pt x="0" y="515247"/>
                    <a:pt x="0" y="493792"/>
                  </a:cubicBezTo>
                  <a:lnTo>
                    <a:pt x="0" y="80894"/>
                  </a:lnTo>
                  <a:cubicBezTo>
                    <a:pt x="0" y="59440"/>
                    <a:pt x="8523" y="38864"/>
                    <a:pt x="23693" y="23693"/>
                  </a:cubicBezTo>
                  <a:cubicBezTo>
                    <a:pt x="38864" y="8523"/>
                    <a:pt x="59440" y="0"/>
                    <a:pt x="80894" y="0"/>
                  </a:cubicBezTo>
                  <a:close/>
                </a:path>
              </a:pathLst>
            </a:custGeom>
            <a:solidFill>
              <a:srgbClr val="FDE28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20609" cy="612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8863" y="7579255"/>
            <a:ext cx="9570437" cy="1402475"/>
            <a:chOff x="0" y="0"/>
            <a:chExt cx="2520609" cy="36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20609" cy="369376"/>
            </a:xfrm>
            <a:custGeom>
              <a:avLst/>
              <a:gdLst/>
              <a:ahLst/>
              <a:cxnLst/>
              <a:rect l="l" t="t" r="r" b="b"/>
              <a:pathLst>
                <a:path w="2520609" h="369376">
                  <a:moveTo>
                    <a:pt x="80894" y="0"/>
                  </a:moveTo>
                  <a:lnTo>
                    <a:pt x="2439715" y="0"/>
                  </a:lnTo>
                  <a:cubicBezTo>
                    <a:pt x="2461169" y="0"/>
                    <a:pt x="2481745" y="8523"/>
                    <a:pt x="2496916" y="23693"/>
                  </a:cubicBezTo>
                  <a:cubicBezTo>
                    <a:pt x="2512086" y="38864"/>
                    <a:pt x="2520609" y="59440"/>
                    <a:pt x="2520609" y="80894"/>
                  </a:cubicBezTo>
                  <a:lnTo>
                    <a:pt x="2520609" y="288482"/>
                  </a:lnTo>
                  <a:cubicBezTo>
                    <a:pt x="2520609" y="309937"/>
                    <a:pt x="2512086" y="330512"/>
                    <a:pt x="2496916" y="345683"/>
                  </a:cubicBezTo>
                  <a:cubicBezTo>
                    <a:pt x="2481745" y="360853"/>
                    <a:pt x="2461169" y="369376"/>
                    <a:pt x="2439715" y="369376"/>
                  </a:cubicBezTo>
                  <a:lnTo>
                    <a:pt x="80894" y="369376"/>
                  </a:lnTo>
                  <a:cubicBezTo>
                    <a:pt x="59440" y="369376"/>
                    <a:pt x="38864" y="360853"/>
                    <a:pt x="23693" y="345683"/>
                  </a:cubicBezTo>
                  <a:cubicBezTo>
                    <a:pt x="8523" y="330512"/>
                    <a:pt x="0" y="309937"/>
                    <a:pt x="0" y="288482"/>
                  </a:cubicBezTo>
                  <a:lnTo>
                    <a:pt x="0" y="80894"/>
                  </a:lnTo>
                  <a:cubicBezTo>
                    <a:pt x="0" y="59440"/>
                    <a:pt x="8523" y="38864"/>
                    <a:pt x="23693" y="23693"/>
                  </a:cubicBezTo>
                  <a:cubicBezTo>
                    <a:pt x="38864" y="8523"/>
                    <a:pt x="59440" y="0"/>
                    <a:pt x="80894" y="0"/>
                  </a:cubicBezTo>
                  <a:close/>
                </a:path>
              </a:pathLst>
            </a:custGeom>
            <a:solidFill>
              <a:srgbClr val="FDE28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520609" cy="40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2368138"/>
            <a:ext cx="6379280" cy="8562791"/>
          </a:xfrm>
          <a:custGeom>
            <a:avLst/>
            <a:gdLst/>
            <a:ahLst/>
            <a:cxnLst/>
            <a:rect l="l" t="t" r="r" b="b"/>
            <a:pathLst>
              <a:path w="6379280" h="8562791">
                <a:moveTo>
                  <a:pt x="0" y="0"/>
                </a:moveTo>
                <a:lnTo>
                  <a:pt x="6379280" y="0"/>
                </a:lnTo>
                <a:lnTo>
                  <a:pt x="6379280" y="8562791"/>
                </a:lnTo>
                <a:lnTo>
                  <a:pt x="0" y="8562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-1086614" y="9357524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0" y="1858952"/>
                </a:moveTo>
                <a:lnTo>
                  <a:pt x="8262010" y="1858952"/>
                </a:lnTo>
                <a:lnTo>
                  <a:pt x="8262010" y="0"/>
                </a:lnTo>
                <a:lnTo>
                  <a:pt x="0" y="0"/>
                </a:lnTo>
                <a:lnTo>
                  <a:pt x="0" y="18589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779104" y="7566520"/>
            <a:ext cx="4231836" cy="3062792"/>
          </a:xfrm>
          <a:custGeom>
            <a:avLst/>
            <a:gdLst/>
            <a:ahLst/>
            <a:cxnLst/>
            <a:rect l="l" t="t" r="r" b="b"/>
            <a:pathLst>
              <a:path w="4231836" h="3062792">
                <a:moveTo>
                  <a:pt x="0" y="0"/>
                </a:moveTo>
                <a:lnTo>
                  <a:pt x="4231837" y="0"/>
                </a:lnTo>
                <a:lnTo>
                  <a:pt x="4231837" y="3062791"/>
                </a:lnTo>
                <a:lnTo>
                  <a:pt x="0" y="30627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956811" y="-1866949"/>
            <a:ext cx="4121669" cy="4114800"/>
          </a:xfrm>
          <a:custGeom>
            <a:avLst/>
            <a:gdLst/>
            <a:ahLst/>
            <a:cxnLst/>
            <a:rect l="l" t="t" r="r" b="b"/>
            <a:pathLst>
              <a:path w="4121669" h="4114800">
                <a:moveTo>
                  <a:pt x="0" y="0"/>
                </a:moveTo>
                <a:lnTo>
                  <a:pt x="4121669" y="0"/>
                </a:lnTo>
                <a:lnTo>
                  <a:pt x="41216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416830" y="1666826"/>
            <a:ext cx="8114503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 Kisah di Surga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00195" y="3279385"/>
            <a:ext cx="7347774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Nabi Adam a.s. dan Hawa hidup bahagia di surga.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16830" y="5329560"/>
            <a:ext cx="7731138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Allah melarang Nabi Adam a.s. memakan buah dari satu pohon (khuldi).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6830" y="7587905"/>
            <a:ext cx="8114503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Iblis membujuk mereka hingga melanggar larangan Allah.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376" b="-3937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2296079"/>
            <a:ext cx="9434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028700" y="2590895"/>
            <a:ext cx="9570437" cy="2027811"/>
            <a:chOff x="0" y="0"/>
            <a:chExt cx="2520609" cy="5340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0609" cy="534074"/>
            </a:xfrm>
            <a:custGeom>
              <a:avLst/>
              <a:gdLst/>
              <a:ahLst/>
              <a:cxnLst/>
              <a:rect l="l" t="t" r="r" b="b"/>
              <a:pathLst>
                <a:path w="2520609" h="534074">
                  <a:moveTo>
                    <a:pt x="80894" y="0"/>
                  </a:moveTo>
                  <a:lnTo>
                    <a:pt x="2439715" y="0"/>
                  </a:lnTo>
                  <a:cubicBezTo>
                    <a:pt x="2461169" y="0"/>
                    <a:pt x="2481745" y="8523"/>
                    <a:pt x="2496916" y="23693"/>
                  </a:cubicBezTo>
                  <a:cubicBezTo>
                    <a:pt x="2512086" y="38864"/>
                    <a:pt x="2520609" y="59440"/>
                    <a:pt x="2520609" y="80894"/>
                  </a:cubicBezTo>
                  <a:lnTo>
                    <a:pt x="2520609" y="453180"/>
                  </a:lnTo>
                  <a:cubicBezTo>
                    <a:pt x="2520609" y="474634"/>
                    <a:pt x="2512086" y="495210"/>
                    <a:pt x="2496916" y="510380"/>
                  </a:cubicBezTo>
                  <a:cubicBezTo>
                    <a:pt x="2481745" y="525551"/>
                    <a:pt x="2461169" y="534074"/>
                    <a:pt x="2439715" y="534074"/>
                  </a:cubicBezTo>
                  <a:lnTo>
                    <a:pt x="80894" y="534074"/>
                  </a:lnTo>
                  <a:cubicBezTo>
                    <a:pt x="59440" y="534074"/>
                    <a:pt x="38864" y="525551"/>
                    <a:pt x="23693" y="510380"/>
                  </a:cubicBezTo>
                  <a:cubicBezTo>
                    <a:pt x="8523" y="495210"/>
                    <a:pt x="0" y="474634"/>
                    <a:pt x="0" y="453180"/>
                  </a:cubicBezTo>
                  <a:lnTo>
                    <a:pt x="0" y="80894"/>
                  </a:lnTo>
                  <a:cubicBezTo>
                    <a:pt x="0" y="59440"/>
                    <a:pt x="8523" y="38864"/>
                    <a:pt x="23693" y="23693"/>
                  </a:cubicBezTo>
                  <a:cubicBezTo>
                    <a:pt x="38864" y="8523"/>
                    <a:pt x="59440" y="0"/>
                    <a:pt x="80894" y="0"/>
                  </a:cubicBezTo>
                  <a:close/>
                </a:path>
              </a:pathLst>
            </a:custGeom>
            <a:solidFill>
              <a:srgbClr val="FDE28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0609" cy="572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238269"/>
            <a:ext cx="9570437" cy="2095639"/>
            <a:chOff x="0" y="0"/>
            <a:chExt cx="2520609" cy="5519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20609" cy="551938"/>
            </a:xfrm>
            <a:custGeom>
              <a:avLst/>
              <a:gdLst/>
              <a:ahLst/>
              <a:cxnLst/>
              <a:rect l="l" t="t" r="r" b="b"/>
              <a:pathLst>
                <a:path w="2520609" h="551938">
                  <a:moveTo>
                    <a:pt x="80894" y="0"/>
                  </a:moveTo>
                  <a:lnTo>
                    <a:pt x="2439715" y="0"/>
                  </a:lnTo>
                  <a:cubicBezTo>
                    <a:pt x="2461169" y="0"/>
                    <a:pt x="2481745" y="8523"/>
                    <a:pt x="2496916" y="23693"/>
                  </a:cubicBezTo>
                  <a:cubicBezTo>
                    <a:pt x="2512086" y="38864"/>
                    <a:pt x="2520609" y="59440"/>
                    <a:pt x="2520609" y="80894"/>
                  </a:cubicBezTo>
                  <a:lnTo>
                    <a:pt x="2520609" y="471044"/>
                  </a:lnTo>
                  <a:cubicBezTo>
                    <a:pt x="2520609" y="492498"/>
                    <a:pt x="2512086" y="513074"/>
                    <a:pt x="2496916" y="528245"/>
                  </a:cubicBezTo>
                  <a:cubicBezTo>
                    <a:pt x="2481745" y="543415"/>
                    <a:pt x="2461169" y="551938"/>
                    <a:pt x="2439715" y="551938"/>
                  </a:cubicBezTo>
                  <a:lnTo>
                    <a:pt x="80894" y="551938"/>
                  </a:lnTo>
                  <a:cubicBezTo>
                    <a:pt x="59440" y="551938"/>
                    <a:pt x="38864" y="543415"/>
                    <a:pt x="23693" y="528245"/>
                  </a:cubicBezTo>
                  <a:cubicBezTo>
                    <a:pt x="8523" y="513074"/>
                    <a:pt x="0" y="492498"/>
                    <a:pt x="0" y="471044"/>
                  </a:cubicBezTo>
                  <a:lnTo>
                    <a:pt x="0" y="80894"/>
                  </a:lnTo>
                  <a:cubicBezTo>
                    <a:pt x="0" y="59440"/>
                    <a:pt x="8523" y="38864"/>
                    <a:pt x="23693" y="23693"/>
                  </a:cubicBezTo>
                  <a:cubicBezTo>
                    <a:pt x="38864" y="8523"/>
                    <a:pt x="59440" y="0"/>
                    <a:pt x="80894" y="0"/>
                  </a:cubicBezTo>
                  <a:close/>
                </a:path>
              </a:pathLst>
            </a:custGeom>
            <a:solidFill>
              <a:srgbClr val="FDE28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20609" cy="590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56667" y="1019175"/>
            <a:ext cx="8114503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Turun ke Bumi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389" y="2631733"/>
            <a:ext cx="8503059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Karena melanggar perintah Allah, Nabi Adam a.s. dan Hawa diturunkan ke bumi.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6667" y="5235233"/>
            <a:ext cx="8114503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Nabi Adam a.s. hidup di bumi, bertobat dan memohon ampun kepada Allah.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14145512" y="4618707"/>
            <a:ext cx="11204748" cy="5938517"/>
          </a:xfrm>
          <a:custGeom>
            <a:avLst/>
            <a:gdLst/>
            <a:ahLst/>
            <a:cxnLst/>
            <a:rect l="l" t="t" r="r" b="b"/>
            <a:pathLst>
              <a:path w="11204748" h="5938517">
                <a:moveTo>
                  <a:pt x="11204748" y="0"/>
                </a:moveTo>
                <a:lnTo>
                  <a:pt x="0" y="0"/>
                </a:lnTo>
                <a:lnTo>
                  <a:pt x="0" y="5938516"/>
                </a:lnTo>
                <a:lnTo>
                  <a:pt x="11204748" y="5938516"/>
                </a:lnTo>
                <a:lnTo>
                  <a:pt x="112047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9533338" y="9258300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0" y="1858952"/>
                </a:moveTo>
                <a:lnTo>
                  <a:pt x="8262011" y="1858952"/>
                </a:lnTo>
                <a:lnTo>
                  <a:pt x="8262011" y="0"/>
                </a:lnTo>
                <a:lnTo>
                  <a:pt x="0" y="0"/>
                </a:lnTo>
                <a:lnTo>
                  <a:pt x="0" y="18589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9662144" y="6091171"/>
            <a:ext cx="7778317" cy="3928050"/>
          </a:xfrm>
          <a:custGeom>
            <a:avLst/>
            <a:gdLst/>
            <a:ahLst/>
            <a:cxnLst/>
            <a:rect l="l" t="t" r="r" b="b"/>
            <a:pathLst>
              <a:path w="7778317" h="3928050">
                <a:moveTo>
                  <a:pt x="7778317" y="0"/>
                </a:moveTo>
                <a:lnTo>
                  <a:pt x="0" y="0"/>
                </a:lnTo>
                <a:lnTo>
                  <a:pt x="0" y="3928050"/>
                </a:lnTo>
                <a:lnTo>
                  <a:pt x="7778317" y="3928050"/>
                </a:lnTo>
                <a:lnTo>
                  <a:pt x="77783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440600" y="8486474"/>
            <a:ext cx="2861140" cy="2070750"/>
          </a:xfrm>
          <a:custGeom>
            <a:avLst/>
            <a:gdLst/>
            <a:ahLst/>
            <a:cxnLst/>
            <a:rect l="l" t="t" r="r" b="b"/>
            <a:pathLst>
              <a:path w="2861140" h="2070750">
                <a:moveTo>
                  <a:pt x="0" y="0"/>
                </a:moveTo>
                <a:lnTo>
                  <a:pt x="2861140" y="0"/>
                </a:lnTo>
                <a:lnTo>
                  <a:pt x="2861140" y="2070749"/>
                </a:lnTo>
                <a:lnTo>
                  <a:pt x="0" y="20707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0" y="6214996"/>
            <a:ext cx="3537794" cy="4748717"/>
          </a:xfrm>
          <a:custGeom>
            <a:avLst/>
            <a:gdLst/>
            <a:ahLst/>
            <a:cxnLst/>
            <a:rect l="l" t="t" r="r" b="b"/>
            <a:pathLst>
              <a:path w="3537794" h="4748717">
                <a:moveTo>
                  <a:pt x="0" y="0"/>
                </a:moveTo>
                <a:lnTo>
                  <a:pt x="3537794" y="0"/>
                </a:lnTo>
                <a:lnTo>
                  <a:pt x="3537794" y="4748717"/>
                </a:lnTo>
                <a:lnTo>
                  <a:pt x="0" y="474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501707" y="0"/>
            <a:ext cx="3586339" cy="3580362"/>
          </a:xfrm>
          <a:custGeom>
            <a:avLst/>
            <a:gdLst/>
            <a:ahLst/>
            <a:cxnLst/>
            <a:rect l="l" t="t" r="r" b="b"/>
            <a:pathLst>
              <a:path w="3586339" h="3580362">
                <a:moveTo>
                  <a:pt x="0" y="0"/>
                </a:moveTo>
                <a:lnTo>
                  <a:pt x="3586340" y="0"/>
                </a:lnTo>
                <a:lnTo>
                  <a:pt x="3586340" y="3580362"/>
                </a:lnTo>
                <a:lnTo>
                  <a:pt x="0" y="35803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71" b="-3888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4358782" y="2331202"/>
            <a:ext cx="9434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805061" y="2609871"/>
            <a:ext cx="8677878" cy="1402475"/>
            <a:chOff x="0" y="0"/>
            <a:chExt cx="2285532" cy="3693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5532" cy="369376"/>
            </a:xfrm>
            <a:custGeom>
              <a:avLst/>
              <a:gdLst/>
              <a:ahLst/>
              <a:cxnLst/>
              <a:rect l="l" t="t" r="r" b="b"/>
              <a:pathLst>
                <a:path w="2285532" h="369376">
                  <a:moveTo>
                    <a:pt x="89214" y="0"/>
                  </a:moveTo>
                  <a:lnTo>
                    <a:pt x="2196317" y="0"/>
                  </a:lnTo>
                  <a:cubicBezTo>
                    <a:pt x="2219978" y="0"/>
                    <a:pt x="2242670" y="9399"/>
                    <a:pt x="2259401" y="26130"/>
                  </a:cubicBezTo>
                  <a:cubicBezTo>
                    <a:pt x="2276132" y="42861"/>
                    <a:pt x="2285532" y="65553"/>
                    <a:pt x="2285532" y="89214"/>
                  </a:cubicBezTo>
                  <a:lnTo>
                    <a:pt x="2285532" y="280162"/>
                  </a:lnTo>
                  <a:cubicBezTo>
                    <a:pt x="2285532" y="303823"/>
                    <a:pt x="2276132" y="326515"/>
                    <a:pt x="2259401" y="343246"/>
                  </a:cubicBezTo>
                  <a:cubicBezTo>
                    <a:pt x="2242670" y="359977"/>
                    <a:pt x="2219978" y="369376"/>
                    <a:pt x="2196317" y="369376"/>
                  </a:cubicBezTo>
                  <a:lnTo>
                    <a:pt x="89214" y="369376"/>
                  </a:lnTo>
                  <a:cubicBezTo>
                    <a:pt x="65553" y="369376"/>
                    <a:pt x="42861" y="359977"/>
                    <a:pt x="26130" y="343246"/>
                  </a:cubicBezTo>
                  <a:cubicBezTo>
                    <a:pt x="9399" y="326515"/>
                    <a:pt x="0" y="303823"/>
                    <a:pt x="0" y="280162"/>
                  </a:cubicBezTo>
                  <a:lnTo>
                    <a:pt x="0" y="89214"/>
                  </a:lnTo>
                  <a:cubicBezTo>
                    <a:pt x="0" y="65553"/>
                    <a:pt x="9399" y="42861"/>
                    <a:pt x="26130" y="26130"/>
                  </a:cubicBezTo>
                  <a:cubicBezTo>
                    <a:pt x="42861" y="9399"/>
                    <a:pt x="65553" y="0"/>
                    <a:pt x="89214" y="0"/>
                  </a:cubicBezTo>
                  <a:close/>
                </a:path>
              </a:pathLst>
            </a:custGeom>
            <a:solidFill>
              <a:srgbClr val="FDE28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85532" cy="40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05061" y="4288571"/>
            <a:ext cx="8677878" cy="1402475"/>
            <a:chOff x="0" y="0"/>
            <a:chExt cx="2285532" cy="3693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5532" cy="369376"/>
            </a:xfrm>
            <a:custGeom>
              <a:avLst/>
              <a:gdLst/>
              <a:ahLst/>
              <a:cxnLst/>
              <a:rect l="l" t="t" r="r" b="b"/>
              <a:pathLst>
                <a:path w="2285532" h="369376">
                  <a:moveTo>
                    <a:pt x="89214" y="0"/>
                  </a:moveTo>
                  <a:lnTo>
                    <a:pt x="2196317" y="0"/>
                  </a:lnTo>
                  <a:cubicBezTo>
                    <a:pt x="2219978" y="0"/>
                    <a:pt x="2242670" y="9399"/>
                    <a:pt x="2259401" y="26130"/>
                  </a:cubicBezTo>
                  <a:cubicBezTo>
                    <a:pt x="2276132" y="42861"/>
                    <a:pt x="2285532" y="65553"/>
                    <a:pt x="2285532" y="89214"/>
                  </a:cubicBezTo>
                  <a:lnTo>
                    <a:pt x="2285532" y="280162"/>
                  </a:lnTo>
                  <a:cubicBezTo>
                    <a:pt x="2285532" y="303823"/>
                    <a:pt x="2276132" y="326515"/>
                    <a:pt x="2259401" y="343246"/>
                  </a:cubicBezTo>
                  <a:cubicBezTo>
                    <a:pt x="2242670" y="359977"/>
                    <a:pt x="2219978" y="369376"/>
                    <a:pt x="2196317" y="369376"/>
                  </a:cubicBezTo>
                  <a:lnTo>
                    <a:pt x="89214" y="369376"/>
                  </a:lnTo>
                  <a:cubicBezTo>
                    <a:pt x="65553" y="369376"/>
                    <a:pt x="42861" y="359977"/>
                    <a:pt x="26130" y="343246"/>
                  </a:cubicBezTo>
                  <a:cubicBezTo>
                    <a:pt x="9399" y="326515"/>
                    <a:pt x="0" y="303823"/>
                    <a:pt x="0" y="280162"/>
                  </a:cubicBezTo>
                  <a:lnTo>
                    <a:pt x="0" y="89214"/>
                  </a:lnTo>
                  <a:cubicBezTo>
                    <a:pt x="0" y="65553"/>
                    <a:pt x="9399" y="42861"/>
                    <a:pt x="26130" y="26130"/>
                  </a:cubicBezTo>
                  <a:cubicBezTo>
                    <a:pt x="42861" y="9399"/>
                    <a:pt x="65553" y="0"/>
                    <a:pt x="89214" y="0"/>
                  </a:cubicBezTo>
                  <a:close/>
                </a:path>
              </a:pathLst>
            </a:custGeom>
            <a:solidFill>
              <a:srgbClr val="FDE28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85532" cy="40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258177" y="7617753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0" y="0"/>
                </a:moveTo>
                <a:lnTo>
                  <a:pt x="10375411" y="0"/>
                </a:lnTo>
                <a:lnTo>
                  <a:pt x="10375411" y="5408184"/>
                </a:lnTo>
                <a:lnTo>
                  <a:pt x="0" y="540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05061" y="5939053"/>
            <a:ext cx="8677878" cy="2044402"/>
            <a:chOff x="0" y="0"/>
            <a:chExt cx="2285532" cy="5384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85532" cy="538443"/>
            </a:xfrm>
            <a:custGeom>
              <a:avLst/>
              <a:gdLst/>
              <a:ahLst/>
              <a:cxnLst/>
              <a:rect l="l" t="t" r="r" b="b"/>
              <a:pathLst>
                <a:path w="2285532" h="538443">
                  <a:moveTo>
                    <a:pt x="89214" y="0"/>
                  </a:moveTo>
                  <a:lnTo>
                    <a:pt x="2196317" y="0"/>
                  </a:lnTo>
                  <a:cubicBezTo>
                    <a:pt x="2219978" y="0"/>
                    <a:pt x="2242670" y="9399"/>
                    <a:pt x="2259401" y="26130"/>
                  </a:cubicBezTo>
                  <a:cubicBezTo>
                    <a:pt x="2276132" y="42861"/>
                    <a:pt x="2285532" y="65553"/>
                    <a:pt x="2285532" y="89214"/>
                  </a:cubicBezTo>
                  <a:lnTo>
                    <a:pt x="2285532" y="449229"/>
                  </a:lnTo>
                  <a:cubicBezTo>
                    <a:pt x="2285532" y="472890"/>
                    <a:pt x="2276132" y="495582"/>
                    <a:pt x="2259401" y="512313"/>
                  </a:cubicBezTo>
                  <a:cubicBezTo>
                    <a:pt x="2242670" y="529044"/>
                    <a:pt x="2219978" y="538443"/>
                    <a:pt x="2196317" y="538443"/>
                  </a:cubicBezTo>
                  <a:lnTo>
                    <a:pt x="89214" y="538443"/>
                  </a:lnTo>
                  <a:cubicBezTo>
                    <a:pt x="65553" y="538443"/>
                    <a:pt x="42861" y="529044"/>
                    <a:pt x="26130" y="512313"/>
                  </a:cubicBezTo>
                  <a:cubicBezTo>
                    <a:pt x="9399" y="495582"/>
                    <a:pt x="0" y="472890"/>
                    <a:pt x="0" y="449229"/>
                  </a:cubicBezTo>
                  <a:lnTo>
                    <a:pt x="0" y="89214"/>
                  </a:lnTo>
                  <a:cubicBezTo>
                    <a:pt x="0" y="65553"/>
                    <a:pt x="9399" y="42861"/>
                    <a:pt x="26130" y="26130"/>
                  </a:cubicBezTo>
                  <a:cubicBezTo>
                    <a:pt x="42861" y="9399"/>
                    <a:pt x="65553" y="0"/>
                    <a:pt x="89214" y="0"/>
                  </a:cubicBezTo>
                  <a:close/>
                </a:path>
              </a:pathLst>
            </a:custGeom>
            <a:solidFill>
              <a:srgbClr val="FDE2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85532" cy="576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129315" y="2960873"/>
            <a:ext cx="700471" cy="700471"/>
          </a:xfrm>
          <a:custGeom>
            <a:avLst/>
            <a:gdLst/>
            <a:ahLst/>
            <a:cxnLst/>
            <a:rect l="l" t="t" r="r" b="b"/>
            <a:pathLst>
              <a:path w="700471" h="700471">
                <a:moveTo>
                  <a:pt x="0" y="0"/>
                </a:moveTo>
                <a:lnTo>
                  <a:pt x="700471" y="0"/>
                </a:lnTo>
                <a:lnTo>
                  <a:pt x="700471" y="700471"/>
                </a:lnTo>
                <a:lnTo>
                  <a:pt x="0" y="700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58782" y="1054298"/>
            <a:ext cx="957043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Hikmah Kisah Nabi Adam a.s.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02205" y="2674343"/>
            <a:ext cx="5966915" cy="13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Manusia harus selalu taat kepada Allah.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02205" y="4353043"/>
            <a:ext cx="5601483" cy="13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Jika berbuat salah, kita harus bertobat.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02205" y="6003525"/>
            <a:ext cx="6137830" cy="197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Allah Maha Pengampun bagi hamba-Nya yang mau bertobat</a:t>
            </a:r>
          </a:p>
        </p:txBody>
      </p:sp>
      <p:sp>
        <p:nvSpPr>
          <p:cNvPr id="19" name="Freeform 19"/>
          <p:cNvSpPr/>
          <p:nvPr/>
        </p:nvSpPr>
        <p:spPr>
          <a:xfrm>
            <a:off x="5129315" y="4639574"/>
            <a:ext cx="700471" cy="700471"/>
          </a:xfrm>
          <a:custGeom>
            <a:avLst/>
            <a:gdLst/>
            <a:ahLst/>
            <a:cxnLst/>
            <a:rect l="l" t="t" r="r" b="b"/>
            <a:pathLst>
              <a:path w="700471" h="700471">
                <a:moveTo>
                  <a:pt x="0" y="0"/>
                </a:moveTo>
                <a:lnTo>
                  <a:pt x="700471" y="0"/>
                </a:lnTo>
                <a:lnTo>
                  <a:pt x="700471" y="700470"/>
                </a:lnTo>
                <a:lnTo>
                  <a:pt x="0" y="7004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129315" y="6290055"/>
            <a:ext cx="700471" cy="700471"/>
          </a:xfrm>
          <a:custGeom>
            <a:avLst/>
            <a:gdLst/>
            <a:ahLst/>
            <a:cxnLst/>
            <a:rect l="l" t="t" r="r" b="b"/>
            <a:pathLst>
              <a:path w="700471" h="700471">
                <a:moveTo>
                  <a:pt x="0" y="0"/>
                </a:moveTo>
                <a:lnTo>
                  <a:pt x="700471" y="0"/>
                </a:lnTo>
                <a:lnTo>
                  <a:pt x="700471" y="700471"/>
                </a:lnTo>
                <a:lnTo>
                  <a:pt x="0" y="700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>
            <a:off x="9098184" y="7617753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10375412" y="0"/>
                </a:moveTo>
                <a:lnTo>
                  <a:pt x="0" y="0"/>
                </a:lnTo>
                <a:lnTo>
                  <a:pt x="0" y="5408184"/>
                </a:lnTo>
                <a:lnTo>
                  <a:pt x="10375412" y="5408184"/>
                </a:lnTo>
                <a:lnTo>
                  <a:pt x="103754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257438" y="5578593"/>
            <a:ext cx="2030562" cy="4402303"/>
          </a:xfrm>
          <a:custGeom>
            <a:avLst/>
            <a:gdLst/>
            <a:ahLst/>
            <a:cxnLst/>
            <a:rect l="l" t="t" r="r" b="b"/>
            <a:pathLst>
              <a:path w="2030562" h="4402303">
                <a:moveTo>
                  <a:pt x="0" y="0"/>
                </a:moveTo>
                <a:lnTo>
                  <a:pt x="2030562" y="0"/>
                </a:lnTo>
                <a:lnTo>
                  <a:pt x="2030562" y="4402303"/>
                </a:lnTo>
                <a:lnTo>
                  <a:pt x="0" y="4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V="1">
            <a:off x="10729177" y="9258300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0" y="1858952"/>
                </a:moveTo>
                <a:lnTo>
                  <a:pt x="8262010" y="1858952"/>
                </a:lnTo>
                <a:lnTo>
                  <a:pt x="8262010" y="0"/>
                </a:lnTo>
                <a:lnTo>
                  <a:pt x="0" y="0"/>
                </a:lnTo>
                <a:lnTo>
                  <a:pt x="0" y="185895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419" y="5691046"/>
            <a:ext cx="2030562" cy="4402303"/>
          </a:xfrm>
          <a:custGeom>
            <a:avLst/>
            <a:gdLst/>
            <a:ahLst/>
            <a:cxnLst/>
            <a:rect l="l" t="t" r="r" b="b"/>
            <a:pathLst>
              <a:path w="2030562" h="4402303">
                <a:moveTo>
                  <a:pt x="0" y="0"/>
                </a:moveTo>
                <a:lnTo>
                  <a:pt x="2030562" y="0"/>
                </a:lnTo>
                <a:lnTo>
                  <a:pt x="2030562" y="4402303"/>
                </a:lnTo>
                <a:lnTo>
                  <a:pt x="0" y="4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H="1" flipV="1">
            <a:off x="-470313" y="9258300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8262011" y="1858952"/>
                </a:moveTo>
                <a:lnTo>
                  <a:pt x="0" y="1858952"/>
                </a:lnTo>
                <a:lnTo>
                  <a:pt x="0" y="0"/>
                </a:lnTo>
                <a:lnTo>
                  <a:pt x="8262011" y="0"/>
                </a:lnTo>
                <a:lnTo>
                  <a:pt x="8262011" y="185895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031549" y="6558298"/>
            <a:ext cx="2030562" cy="4402303"/>
          </a:xfrm>
          <a:custGeom>
            <a:avLst/>
            <a:gdLst/>
            <a:ahLst/>
            <a:cxnLst/>
            <a:rect l="l" t="t" r="r" b="b"/>
            <a:pathLst>
              <a:path w="2030562" h="4402303">
                <a:moveTo>
                  <a:pt x="0" y="0"/>
                </a:moveTo>
                <a:lnTo>
                  <a:pt x="2030562" y="0"/>
                </a:lnTo>
                <a:lnTo>
                  <a:pt x="2030562" y="4402303"/>
                </a:lnTo>
                <a:lnTo>
                  <a:pt x="0" y="4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226876" y="6558298"/>
            <a:ext cx="2030562" cy="4402303"/>
          </a:xfrm>
          <a:custGeom>
            <a:avLst/>
            <a:gdLst/>
            <a:ahLst/>
            <a:cxnLst/>
            <a:rect l="l" t="t" r="r" b="b"/>
            <a:pathLst>
              <a:path w="2030562" h="4402303">
                <a:moveTo>
                  <a:pt x="0" y="0"/>
                </a:moveTo>
                <a:lnTo>
                  <a:pt x="2030562" y="0"/>
                </a:lnTo>
                <a:lnTo>
                  <a:pt x="2030562" y="4402303"/>
                </a:lnTo>
                <a:lnTo>
                  <a:pt x="0" y="4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71" b="-3888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656552" y="2296079"/>
            <a:ext cx="85567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56552" y="2690866"/>
            <a:ext cx="6907889" cy="918376"/>
            <a:chOff x="0" y="0"/>
            <a:chExt cx="1819362" cy="2418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9362" cy="241877"/>
            </a:xfrm>
            <a:custGeom>
              <a:avLst/>
              <a:gdLst/>
              <a:ahLst/>
              <a:cxnLst/>
              <a:rect l="l" t="t" r="r" b="b"/>
              <a:pathLst>
                <a:path w="1819362" h="241877">
                  <a:moveTo>
                    <a:pt x="112074" y="0"/>
                  </a:moveTo>
                  <a:lnTo>
                    <a:pt x="1707288" y="0"/>
                  </a:lnTo>
                  <a:cubicBezTo>
                    <a:pt x="1737012" y="0"/>
                    <a:pt x="1765518" y="11808"/>
                    <a:pt x="1786536" y="32826"/>
                  </a:cubicBezTo>
                  <a:cubicBezTo>
                    <a:pt x="1807554" y="53843"/>
                    <a:pt x="1819362" y="82350"/>
                    <a:pt x="1819362" y="112074"/>
                  </a:cubicBezTo>
                  <a:lnTo>
                    <a:pt x="1819362" y="129803"/>
                  </a:lnTo>
                  <a:cubicBezTo>
                    <a:pt x="1819362" y="159527"/>
                    <a:pt x="1807554" y="188033"/>
                    <a:pt x="1786536" y="209051"/>
                  </a:cubicBezTo>
                  <a:cubicBezTo>
                    <a:pt x="1765518" y="230069"/>
                    <a:pt x="1737012" y="241877"/>
                    <a:pt x="1707288" y="241877"/>
                  </a:cubicBezTo>
                  <a:lnTo>
                    <a:pt x="112074" y="241877"/>
                  </a:lnTo>
                  <a:cubicBezTo>
                    <a:pt x="82350" y="241877"/>
                    <a:pt x="53843" y="230069"/>
                    <a:pt x="32826" y="209051"/>
                  </a:cubicBezTo>
                  <a:cubicBezTo>
                    <a:pt x="11808" y="188033"/>
                    <a:pt x="0" y="159527"/>
                    <a:pt x="0" y="129803"/>
                  </a:cubicBezTo>
                  <a:lnTo>
                    <a:pt x="0" y="112074"/>
                  </a:lnTo>
                  <a:cubicBezTo>
                    <a:pt x="0" y="82350"/>
                    <a:pt x="11808" y="53843"/>
                    <a:pt x="32826" y="32826"/>
                  </a:cubicBezTo>
                  <a:cubicBezTo>
                    <a:pt x="53843" y="11808"/>
                    <a:pt x="82350" y="0"/>
                    <a:pt x="112074" y="0"/>
                  </a:cubicBezTo>
                  <a:close/>
                </a:path>
              </a:pathLst>
            </a:custGeom>
            <a:solidFill>
              <a:srgbClr val="FEE27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19362" cy="279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56552" y="3871978"/>
            <a:ext cx="6907889" cy="918376"/>
            <a:chOff x="0" y="0"/>
            <a:chExt cx="1819362" cy="2418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9362" cy="241877"/>
            </a:xfrm>
            <a:custGeom>
              <a:avLst/>
              <a:gdLst/>
              <a:ahLst/>
              <a:cxnLst/>
              <a:rect l="l" t="t" r="r" b="b"/>
              <a:pathLst>
                <a:path w="1819362" h="241877">
                  <a:moveTo>
                    <a:pt x="112074" y="0"/>
                  </a:moveTo>
                  <a:lnTo>
                    <a:pt x="1707288" y="0"/>
                  </a:lnTo>
                  <a:cubicBezTo>
                    <a:pt x="1737012" y="0"/>
                    <a:pt x="1765518" y="11808"/>
                    <a:pt x="1786536" y="32826"/>
                  </a:cubicBezTo>
                  <a:cubicBezTo>
                    <a:pt x="1807554" y="53843"/>
                    <a:pt x="1819362" y="82350"/>
                    <a:pt x="1819362" y="112074"/>
                  </a:cubicBezTo>
                  <a:lnTo>
                    <a:pt x="1819362" y="129803"/>
                  </a:lnTo>
                  <a:cubicBezTo>
                    <a:pt x="1819362" y="159527"/>
                    <a:pt x="1807554" y="188033"/>
                    <a:pt x="1786536" y="209051"/>
                  </a:cubicBezTo>
                  <a:cubicBezTo>
                    <a:pt x="1765518" y="230069"/>
                    <a:pt x="1737012" y="241877"/>
                    <a:pt x="1707288" y="241877"/>
                  </a:cubicBezTo>
                  <a:lnTo>
                    <a:pt x="112074" y="241877"/>
                  </a:lnTo>
                  <a:cubicBezTo>
                    <a:pt x="82350" y="241877"/>
                    <a:pt x="53843" y="230069"/>
                    <a:pt x="32826" y="209051"/>
                  </a:cubicBezTo>
                  <a:cubicBezTo>
                    <a:pt x="11808" y="188033"/>
                    <a:pt x="0" y="159527"/>
                    <a:pt x="0" y="129803"/>
                  </a:cubicBezTo>
                  <a:lnTo>
                    <a:pt x="0" y="112074"/>
                  </a:lnTo>
                  <a:cubicBezTo>
                    <a:pt x="0" y="82350"/>
                    <a:pt x="11808" y="53843"/>
                    <a:pt x="32826" y="32826"/>
                  </a:cubicBezTo>
                  <a:cubicBezTo>
                    <a:pt x="53843" y="11808"/>
                    <a:pt x="82350" y="0"/>
                    <a:pt x="112074" y="0"/>
                  </a:cubicBezTo>
                  <a:close/>
                </a:path>
              </a:pathLst>
            </a:custGeom>
            <a:solidFill>
              <a:srgbClr val="FEE27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19362" cy="279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56552" y="5057053"/>
            <a:ext cx="6907889" cy="918376"/>
            <a:chOff x="0" y="0"/>
            <a:chExt cx="1819362" cy="2418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9362" cy="241877"/>
            </a:xfrm>
            <a:custGeom>
              <a:avLst/>
              <a:gdLst/>
              <a:ahLst/>
              <a:cxnLst/>
              <a:rect l="l" t="t" r="r" b="b"/>
              <a:pathLst>
                <a:path w="1819362" h="241877">
                  <a:moveTo>
                    <a:pt x="112074" y="0"/>
                  </a:moveTo>
                  <a:lnTo>
                    <a:pt x="1707288" y="0"/>
                  </a:lnTo>
                  <a:cubicBezTo>
                    <a:pt x="1737012" y="0"/>
                    <a:pt x="1765518" y="11808"/>
                    <a:pt x="1786536" y="32826"/>
                  </a:cubicBezTo>
                  <a:cubicBezTo>
                    <a:pt x="1807554" y="53843"/>
                    <a:pt x="1819362" y="82350"/>
                    <a:pt x="1819362" y="112074"/>
                  </a:cubicBezTo>
                  <a:lnTo>
                    <a:pt x="1819362" y="129803"/>
                  </a:lnTo>
                  <a:cubicBezTo>
                    <a:pt x="1819362" y="159527"/>
                    <a:pt x="1807554" y="188033"/>
                    <a:pt x="1786536" y="209051"/>
                  </a:cubicBezTo>
                  <a:cubicBezTo>
                    <a:pt x="1765518" y="230069"/>
                    <a:pt x="1737012" y="241877"/>
                    <a:pt x="1707288" y="241877"/>
                  </a:cubicBezTo>
                  <a:lnTo>
                    <a:pt x="112074" y="241877"/>
                  </a:lnTo>
                  <a:cubicBezTo>
                    <a:pt x="82350" y="241877"/>
                    <a:pt x="53843" y="230069"/>
                    <a:pt x="32826" y="209051"/>
                  </a:cubicBezTo>
                  <a:cubicBezTo>
                    <a:pt x="11808" y="188033"/>
                    <a:pt x="0" y="159527"/>
                    <a:pt x="0" y="129803"/>
                  </a:cubicBezTo>
                  <a:lnTo>
                    <a:pt x="0" y="112074"/>
                  </a:lnTo>
                  <a:cubicBezTo>
                    <a:pt x="0" y="82350"/>
                    <a:pt x="11808" y="53843"/>
                    <a:pt x="32826" y="32826"/>
                  </a:cubicBezTo>
                  <a:cubicBezTo>
                    <a:pt x="53843" y="11808"/>
                    <a:pt x="82350" y="0"/>
                    <a:pt x="112074" y="0"/>
                  </a:cubicBezTo>
                  <a:close/>
                </a:path>
              </a:pathLst>
            </a:custGeom>
            <a:solidFill>
              <a:srgbClr val="FEE27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9362" cy="279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56552" y="6242129"/>
            <a:ext cx="6907889" cy="918376"/>
            <a:chOff x="0" y="0"/>
            <a:chExt cx="1819362" cy="2418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19362" cy="241877"/>
            </a:xfrm>
            <a:custGeom>
              <a:avLst/>
              <a:gdLst/>
              <a:ahLst/>
              <a:cxnLst/>
              <a:rect l="l" t="t" r="r" b="b"/>
              <a:pathLst>
                <a:path w="1819362" h="241877">
                  <a:moveTo>
                    <a:pt x="112074" y="0"/>
                  </a:moveTo>
                  <a:lnTo>
                    <a:pt x="1707288" y="0"/>
                  </a:lnTo>
                  <a:cubicBezTo>
                    <a:pt x="1737012" y="0"/>
                    <a:pt x="1765518" y="11808"/>
                    <a:pt x="1786536" y="32826"/>
                  </a:cubicBezTo>
                  <a:cubicBezTo>
                    <a:pt x="1807554" y="53843"/>
                    <a:pt x="1819362" y="82350"/>
                    <a:pt x="1819362" y="112074"/>
                  </a:cubicBezTo>
                  <a:lnTo>
                    <a:pt x="1819362" y="129803"/>
                  </a:lnTo>
                  <a:cubicBezTo>
                    <a:pt x="1819362" y="159527"/>
                    <a:pt x="1807554" y="188033"/>
                    <a:pt x="1786536" y="209051"/>
                  </a:cubicBezTo>
                  <a:cubicBezTo>
                    <a:pt x="1765518" y="230069"/>
                    <a:pt x="1737012" y="241877"/>
                    <a:pt x="1707288" y="241877"/>
                  </a:cubicBezTo>
                  <a:lnTo>
                    <a:pt x="112074" y="241877"/>
                  </a:lnTo>
                  <a:cubicBezTo>
                    <a:pt x="82350" y="241877"/>
                    <a:pt x="53843" y="230069"/>
                    <a:pt x="32826" y="209051"/>
                  </a:cubicBezTo>
                  <a:cubicBezTo>
                    <a:pt x="11808" y="188033"/>
                    <a:pt x="0" y="159527"/>
                    <a:pt x="0" y="129803"/>
                  </a:cubicBezTo>
                  <a:lnTo>
                    <a:pt x="0" y="112074"/>
                  </a:lnTo>
                  <a:cubicBezTo>
                    <a:pt x="0" y="82350"/>
                    <a:pt x="11808" y="53843"/>
                    <a:pt x="32826" y="32826"/>
                  </a:cubicBezTo>
                  <a:cubicBezTo>
                    <a:pt x="53843" y="11808"/>
                    <a:pt x="82350" y="0"/>
                    <a:pt x="112074" y="0"/>
                  </a:cubicBezTo>
                  <a:close/>
                </a:path>
              </a:pathLst>
            </a:custGeom>
            <a:solidFill>
              <a:srgbClr val="FEE27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819362" cy="279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97008" y="4015024"/>
            <a:ext cx="632284" cy="632284"/>
          </a:xfrm>
          <a:custGeom>
            <a:avLst/>
            <a:gdLst/>
            <a:ahLst/>
            <a:cxnLst/>
            <a:rect l="l" t="t" r="r" b="b"/>
            <a:pathLst>
              <a:path w="632284" h="632284">
                <a:moveTo>
                  <a:pt x="0" y="0"/>
                </a:moveTo>
                <a:lnTo>
                  <a:pt x="632284" y="0"/>
                </a:lnTo>
                <a:lnTo>
                  <a:pt x="632284" y="632284"/>
                </a:lnTo>
                <a:lnTo>
                  <a:pt x="0" y="632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97008" y="5199928"/>
            <a:ext cx="632284" cy="632284"/>
          </a:xfrm>
          <a:custGeom>
            <a:avLst/>
            <a:gdLst/>
            <a:ahLst/>
            <a:cxnLst/>
            <a:rect l="l" t="t" r="r" b="b"/>
            <a:pathLst>
              <a:path w="632284" h="632284">
                <a:moveTo>
                  <a:pt x="0" y="0"/>
                </a:moveTo>
                <a:lnTo>
                  <a:pt x="632284" y="0"/>
                </a:lnTo>
                <a:lnTo>
                  <a:pt x="632284" y="632284"/>
                </a:lnTo>
                <a:lnTo>
                  <a:pt x="0" y="632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97008" y="6385175"/>
            <a:ext cx="632284" cy="632284"/>
          </a:xfrm>
          <a:custGeom>
            <a:avLst/>
            <a:gdLst/>
            <a:ahLst/>
            <a:cxnLst/>
            <a:rect l="l" t="t" r="r" b="b"/>
            <a:pathLst>
              <a:path w="632284" h="632284">
                <a:moveTo>
                  <a:pt x="0" y="0"/>
                </a:moveTo>
                <a:lnTo>
                  <a:pt x="632284" y="0"/>
                </a:lnTo>
                <a:lnTo>
                  <a:pt x="632284" y="632284"/>
                </a:lnTo>
                <a:lnTo>
                  <a:pt x="0" y="632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97008" y="2833912"/>
            <a:ext cx="632284" cy="632284"/>
          </a:xfrm>
          <a:custGeom>
            <a:avLst/>
            <a:gdLst/>
            <a:ahLst/>
            <a:cxnLst/>
            <a:rect l="l" t="t" r="r" b="b"/>
            <a:pathLst>
              <a:path w="632284" h="632284">
                <a:moveTo>
                  <a:pt x="0" y="0"/>
                </a:moveTo>
                <a:lnTo>
                  <a:pt x="632284" y="0"/>
                </a:lnTo>
                <a:lnTo>
                  <a:pt x="632284" y="632284"/>
                </a:lnTo>
                <a:lnTo>
                  <a:pt x="0" y="6322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1019175"/>
            <a:ext cx="957043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 Sifat Teladan Nabi Adam a.s.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09603" y="2799217"/>
            <a:ext cx="53466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Sabar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09603" y="3980328"/>
            <a:ext cx="53466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Bertobat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09603" y="5165404"/>
            <a:ext cx="53466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Rajin belajar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09603" y="6350480"/>
            <a:ext cx="53466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Taat kepada Allah</a:t>
            </a:r>
          </a:p>
        </p:txBody>
      </p:sp>
      <p:sp>
        <p:nvSpPr>
          <p:cNvPr id="25" name="Freeform 25"/>
          <p:cNvSpPr/>
          <p:nvPr/>
        </p:nvSpPr>
        <p:spPr>
          <a:xfrm flipH="1">
            <a:off x="9021640" y="7570080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10375412" y="0"/>
                </a:moveTo>
                <a:lnTo>
                  <a:pt x="0" y="0"/>
                </a:lnTo>
                <a:lnTo>
                  <a:pt x="0" y="5408183"/>
                </a:lnTo>
                <a:lnTo>
                  <a:pt x="10375412" y="5408183"/>
                </a:lnTo>
                <a:lnTo>
                  <a:pt x="1037541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919670" y="4790353"/>
            <a:ext cx="2493961" cy="5406962"/>
          </a:xfrm>
          <a:custGeom>
            <a:avLst/>
            <a:gdLst/>
            <a:ahLst/>
            <a:cxnLst/>
            <a:rect l="l" t="t" r="r" b="b"/>
            <a:pathLst>
              <a:path w="2493961" h="5406962">
                <a:moveTo>
                  <a:pt x="0" y="0"/>
                </a:moveTo>
                <a:lnTo>
                  <a:pt x="2493962" y="0"/>
                </a:lnTo>
                <a:lnTo>
                  <a:pt x="2493962" y="5406963"/>
                </a:lnTo>
                <a:lnTo>
                  <a:pt x="0" y="54069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flipV="1">
            <a:off x="9040690" y="9293252"/>
            <a:ext cx="10147503" cy="2283188"/>
          </a:xfrm>
          <a:custGeom>
            <a:avLst/>
            <a:gdLst/>
            <a:ahLst/>
            <a:cxnLst/>
            <a:rect l="l" t="t" r="r" b="b"/>
            <a:pathLst>
              <a:path w="10147503" h="2283188">
                <a:moveTo>
                  <a:pt x="0" y="2283188"/>
                </a:moveTo>
                <a:lnTo>
                  <a:pt x="10147504" y="2283188"/>
                </a:lnTo>
                <a:lnTo>
                  <a:pt x="10147504" y="0"/>
                </a:lnTo>
                <a:lnTo>
                  <a:pt x="0" y="0"/>
                </a:lnTo>
                <a:lnTo>
                  <a:pt x="0" y="2283188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25709" y="5574881"/>
            <a:ext cx="2493961" cy="5406962"/>
          </a:xfrm>
          <a:custGeom>
            <a:avLst/>
            <a:gdLst/>
            <a:ahLst/>
            <a:cxnLst/>
            <a:rect l="l" t="t" r="r" b="b"/>
            <a:pathLst>
              <a:path w="2493961" h="5406962">
                <a:moveTo>
                  <a:pt x="0" y="0"/>
                </a:moveTo>
                <a:lnTo>
                  <a:pt x="2493961" y="0"/>
                </a:lnTo>
                <a:lnTo>
                  <a:pt x="2493961" y="5406962"/>
                </a:lnTo>
                <a:lnTo>
                  <a:pt x="0" y="5406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1315671" y="7570080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0" y="0"/>
                </a:moveTo>
                <a:lnTo>
                  <a:pt x="10375411" y="0"/>
                </a:lnTo>
                <a:lnTo>
                  <a:pt x="10375411" y="5408183"/>
                </a:lnTo>
                <a:lnTo>
                  <a:pt x="0" y="54081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71" b="-3888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7688863" y="2296079"/>
            <a:ext cx="9434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135142" y="2574748"/>
            <a:ext cx="8677878" cy="1402475"/>
            <a:chOff x="0" y="0"/>
            <a:chExt cx="2285532" cy="3693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5532" cy="369376"/>
            </a:xfrm>
            <a:custGeom>
              <a:avLst/>
              <a:gdLst/>
              <a:ahLst/>
              <a:cxnLst/>
              <a:rect l="l" t="t" r="r" b="b"/>
              <a:pathLst>
                <a:path w="2285532" h="369376">
                  <a:moveTo>
                    <a:pt x="89214" y="0"/>
                  </a:moveTo>
                  <a:lnTo>
                    <a:pt x="2196317" y="0"/>
                  </a:lnTo>
                  <a:cubicBezTo>
                    <a:pt x="2219978" y="0"/>
                    <a:pt x="2242670" y="9399"/>
                    <a:pt x="2259401" y="26130"/>
                  </a:cubicBezTo>
                  <a:cubicBezTo>
                    <a:pt x="2276132" y="42861"/>
                    <a:pt x="2285532" y="65553"/>
                    <a:pt x="2285532" y="89214"/>
                  </a:cubicBezTo>
                  <a:lnTo>
                    <a:pt x="2285532" y="280162"/>
                  </a:lnTo>
                  <a:cubicBezTo>
                    <a:pt x="2285532" y="303823"/>
                    <a:pt x="2276132" y="326515"/>
                    <a:pt x="2259401" y="343246"/>
                  </a:cubicBezTo>
                  <a:cubicBezTo>
                    <a:pt x="2242670" y="359977"/>
                    <a:pt x="2219978" y="369376"/>
                    <a:pt x="2196317" y="369376"/>
                  </a:cubicBezTo>
                  <a:lnTo>
                    <a:pt x="89214" y="369376"/>
                  </a:lnTo>
                  <a:cubicBezTo>
                    <a:pt x="65553" y="369376"/>
                    <a:pt x="42861" y="359977"/>
                    <a:pt x="26130" y="343246"/>
                  </a:cubicBezTo>
                  <a:cubicBezTo>
                    <a:pt x="9399" y="326515"/>
                    <a:pt x="0" y="303823"/>
                    <a:pt x="0" y="280162"/>
                  </a:cubicBezTo>
                  <a:lnTo>
                    <a:pt x="0" y="89214"/>
                  </a:lnTo>
                  <a:cubicBezTo>
                    <a:pt x="0" y="65553"/>
                    <a:pt x="9399" y="42861"/>
                    <a:pt x="26130" y="26130"/>
                  </a:cubicBezTo>
                  <a:cubicBezTo>
                    <a:pt x="42861" y="9399"/>
                    <a:pt x="65553" y="0"/>
                    <a:pt x="89214" y="0"/>
                  </a:cubicBezTo>
                  <a:close/>
                </a:path>
              </a:pathLst>
            </a:custGeom>
            <a:solidFill>
              <a:srgbClr val="FFE26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85532" cy="40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35142" y="4253449"/>
            <a:ext cx="8677878" cy="1402475"/>
            <a:chOff x="0" y="0"/>
            <a:chExt cx="2285532" cy="3693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5532" cy="369376"/>
            </a:xfrm>
            <a:custGeom>
              <a:avLst/>
              <a:gdLst/>
              <a:ahLst/>
              <a:cxnLst/>
              <a:rect l="l" t="t" r="r" b="b"/>
              <a:pathLst>
                <a:path w="2285532" h="369376">
                  <a:moveTo>
                    <a:pt x="89214" y="0"/>
                  </a:moveTo>
                  <a:lnTo>
                    <a:pt x="2196317" y="0"/>
                  </a:lnTo>
                  <a:cubicBezTo>
                    <a:pt x="2219978" y="0"/>
                    <a:pt x="2242670" y="9399"/>
                    <a:pt x="2259401" y="26130"/>
                  </a:cubicBezTo>
                  <a:cubicBezTo>
                    <a:pt x="2276132" y="42861"/>
                    <a:pt x="2285532" y="65553"/>
                    <a:pt x="2285532" y="89214"/>
                  </a:cubicBezTo>
                  <a:lnTo>
                    <a:pt x="2285532" y="280162"/>
                  </a:lnTo>
                  <a:cubicBezTo>
                    <a:pt x="2285532" y="303823"/>
                    <a:pt x="2276132" y="326515"/>
                    <a:pt x="2259401" y="343246"/>
                  </a:cubicBezTo>
                  <a:cubicBezTo>
                    <a:pt x="2242670" y="359977"/>
                    <a:pt x="2219978" y="369376"/>
                    <a:pt x="2196317" y="369376"/>
                  </a:cubicBezTo>
                  <a:lnTo>
                    <a:pt x="89214" y="369376"/>
                  </a:lnTo>
                  <a:cubicBezTo>
                    <a:pt x="65553" y="369376"/>
                    <a:pt x="42861" y="359977"/>
                    <a:pt x="26130" y="343246"/>
                  </a:cubicBezTo>
                  <a:cubicBezTo>
                    <a:pt x="9399" y="326515"/>
                    <a:pt x="0" y="303823"/>
                    <a:pt x="0" y="280162"/>
                  </a:cubicBezTo>
                  <a:lnTo>
                    <a:pt x="0" y="89214"/>
                  </a:lnTo>
                  <a:cubicBezTo>
                    <a:pt x="0" y="65553"/>
                    <a:pt x="9399" y="42861"/>
                    <a:pt x="26130" y="26130"/>
                  </a:cubicBezTo>
                  <a:cubicBezTo>
                    <a:pt x="42861" y="9399"/>
                    <a:pt x="65553" y="0"/>
                    <a:pt x="89214" y="0"/>
                  </a:cubicBezTo>
                  <a:close/>
                </a:path>
              </a:pathLst>
            </a:custGeom>
            <a:solidFill>
              <a:srgbClr val="FFE26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85532" cy="40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35142" y="5903931"/>
            <a:ext cx="8677878" cy="1402475"/>
            <a:chOff x="0" y="0"/>
            <a:chExt cx="2285532" cy="36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5532" cy="369376"/>
            </a:xfrm>
            <a:custGeom>
              <a:avLst/>
              <a:gdLst/>
              <a:ahLst/>
              <a:cxnLst/>
              <a:rect l="l" t="t" r="r" b="b"/>
              <a:pathLst>
                <a:path w="2285532" h="369376">
                  <a:moveTo>
                    <a:pt x="89214" y="0"/>
                  </a:moveTo>
                  <a:lnTo>
                    <a:pt x="2196317" y="0"/>
                  </a:lnTo>
                  <a:cubicBezTo>
                    <a:pt x="2219978" y="0"/>
                    <a:pt x="2242670" y="9399"/>
                    <a:pt x="2259401" y="26130"/>
                  </a:cubicBezTo>
                  <a:cubicBezTo>
                    <a:pt x="2276132" y="42861"/>
                    <a:pt x="2285532" y="65553"/>
                    <a:pt x="2285532" y="89214"/>
                  </a:cubicBezTo>
                  <a:lnTo>
                    <a:pt x="2285532" y="280162"/>
                  </a:lnTo>
                  <a:cubicBezTo>
                    <a:pt x="2285532" y="303823"/>
                    <a:pt x="2276132" y="326515"/>
                    <a:pt x="2259401" y="343246"/>
                  </a:cubicBezTo>
                  <a:cubicBezTo>
                    <a:pt x="2242670" y="359977"/>
                    <a:pt x="2219978" y="369376"/>
                    <a:pt x="2196317" y="369376"/>
                  </a:cubicBezTo>
                  <a:lnTo>
                    <a:pt x="89214" y="369376"/>
                  </a:lnTo>
                  <a:cubicBezTo>
                    <a:pt x="65553" y="369376"/>
                    <a:pt x="42861" y="359977"/>
                    <a:pt x="26130" y="343246"/>
                  </a:cubicBezTo>
                  <a:cubicBezTo>
                    <a:pt x="9399" y="326515"/>
                    <a:pt x="0" y="303823"/>
                    <a:pt x="0" y="280162"/>
                  </a:cubicBezTo>
                  <a:lnTo>
                    <a:pt x="0" y="89214"/>
                  </a:lnTo>
                  <a:cubicBezTo>
                    <a:pt x="0" y="65553"/>
                    <a:pt x="9399" y="42861"/>
                    <a:pt x="26130" y="26130"/>
                  </a:cubicBezTo>
                  <a:cubicBezTo>
                    <a:pt x="42861" y="9399"/>
                    <a:pt x="65553" y="0"/>
                    <a:pt x="89214" y="0"/>
                  </a:cubicBezTo>
                  <a:close/>
                </a:path>
              </a:pathLst>
            </a:custGeom>
            <a:solidFill>
              <a:srgbClr val="FFE26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85532" cy="40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459397" y="2925751"/>
            <a:ext cx="700471" cy="700471"/>
          </a:xfrm>
          <a:custGeom>
            <a:avLst/>
            <a:gdLst/>
            <a:ahLst/>
            <a:cxnLst/>
            <a:rect l="l" t="t" r="r" b="b"/>
            <a:pathLst>
              <a:path w="700471" h="700471">
                <a:moveTo>
                  <a:pt x="0" y="0"/>
                </a:moveTo>
                <a:lnTo>
                  <a:pt x="700471" y="0"/>
                </a:lnTo>
                <a:lnTo>
                  <a:pt x="700471" y="700470"/>
                </a:lnTo>
                <a:lnTo>
                  <a:pt x="0" y="700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88863" y="1019175"/>
            <a:ext cx="957043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Apa yang Bisa Kita Lakukan?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2287" y="2639220"/>
            <a:ext cx="5966915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Selalu taat pada perintah Allah.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2287" y="4317921"/>
            <a:ext cx="5601483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Rajin belajar seperti Nabi Adam a.s.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32287" y="5968403"/>
            <a:ext cx="6137830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Mengakui kesalahan dan meminta maaf jika salah.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459397" y="4604451"/>
            <a:ext cx="700471" cy="700471"/>
          </a:xfrm>
          <a:custGeom>
            <a:avLst/>
            <a:gdLst/>
            <a:ahLst/>
            <a:cxnLst/>
            <a:rect l="l" t="t" r="r" b="b"/>
            <a:pathLst>
              <a:path w="700471" h="700471">
                <a:moveTo>
                  <a:pt x="0" y="0"/>
                </a:moveTo>
                <a:lnTo>
                  <a:pt x="700471" y="0"/>
                </a:lnTo>
                <a:lnTo>
                  <a:pt x="700471" y="700471"/>
                </a:lnTo>
                <a:lnTo>
                  <a:pt x="0" y="700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459397" y="6254933"/>
            <a:ext cx="700471" cy="700471"/>
          </a:xfrm>
          <a:custGeom>
            <a:avLst/>
            <a:gdLst/>
            <a:ahLst/>
            <a:cxnLst/>
            <a:rect l="l" t="t" r="r" b="b"/>
            <a:pathLst>
              <a:path w="700471" h="700471">
                <a:moveTo>
                  <a:pt x="0" y="0"/>
                </a:moveTo>
                <a:lnTo>
                  <a:pt x="700471" y="0"/>
                </a:lnTo>
                <a:lnTo>
                  <a:pt x="700471" y="700470"/>
                </a:lnTo>
                <a:lnTo>
                  <a:pt x="0" y="700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H="1">
            <a:off x="7912588" y="7906481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10375412" y="0"/>
                </a:moveTo>
                <a:lnTo>
                  <a:pt x="0" y="0"/>
                </a:lnTo>
                <a:lnTo>
                  <a:pt x="0" y="5408183"/>
                </a:lnTo>
                <a:lnTo>
                  <a:pt x="10375412" y="5408183"/>
                </a:lnTo>
                <a:lnTo>
                  <a:pt x="103754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2424724" y="7906481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0" y="0"/>
                </a:moveTo>
                <a:lnTo>
                  <a:pt x="10375412" y="0"/>
                </a:lnTo>
                <a:lnTo>
                  <a:pt x="10375412" y="5408183"/>
                </a:lnTo>
                <a:lnTo>
                  <a:pt x="0" y="5408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-5869048" y="4604451"/>
            <a:ext cx="11204748" cy="5938517"/>
          </a:xfrm>
          <a:custGeom>
            <a:avLst/>
            <a:gdLst/>
            <a:ahLst/>
            <a:cxnLst/>
            <a:rect l="l" t="t" r="r" b="b"/>
            <a:pathLst>
              <a:path w="11204748" h="5938517">
                <a:moveTo>
                  <a:pt x="0" y="0"/>
                </a:moveTo>
                <a:lnTo>
                  <a:pt x="11204748" y="0"/>
                </a:lnTo>
                <a:lnTo>
                  <a:pt x="11204748" y="5938517"/>
                </a:lnTo>
                <a:lnTo>
                  <a:pt x="0" y="59385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 flipV="1">
            <a:off x="-573148" y="9258300"/>
            <a:ext cx="8262011" cy="1858952"/>
          </a:xfrm>
          <a:custGeom>
            <a:avLst/>
            <a:gdLst/>
            <a:ahLst/>
            <a:cxnLst/>
            <a:rect l="l" t="t" r="r" b="b"/>
            <a:pathLst>
              <a:path w="8262011" h="1858952">
                <a:moveTo>
                  <a:pt x="8262011" y="1858952"/>
                </a:moveTo>
                <a:lnTo>
                  <a:pt x="0" y="1858952"/>
                </a:lnTo>
                <a:lnTo>
                  <a:pt x="0" y="0"/>
                </a:lnTo>
                <a:lnTo>
                  <a:pt x="8262011" y="0"/>
                </a:lnTo>
                <a:lnTo>
                  <a:pt x="8262011" y="1858952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2000" y="6076015"/>
            <a:ext cx="7778317" cy="3928050"/>
          </a:xfrm>
          <a:custGeom>
            <a:avLst/>
            <a:gdLst/>
            <a:ahLst/>
            <a:cxnLst/>
            <a:rect l="l" t="t" r="r" b="b"/>
            <a:pathLst>
              <a:path w="7778317" h="3928050">
                <a:moveTo>
                  <a:pt x="0" y="0"/>
                </a:moveTo>
                <a:lnTo>
                  <a:pt x="7778317" y="0"/>
                </a:lnTo>
                <a:lnTo>
                  <a:pt x="7778317" y="3928050"/>
                </a:lnTo>
                <a:lnTo>
                  <a:pt x="0" y="39280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H="1">
            <a:off x="6110554" y="8543279"/>
            <a:ext cx="2861140" cy="2070750"/>
          </a:xfrm>
          <a:custGeom>
            <a:avLst/>
            <a:gdLst/>
            <a:ahLst/>
            <a:cxnLst/>
            <a:rect l="l" t="t" r="r" b="b"/>
            <a:pathLst>
              <a:path w="2861140" h="2070750">
                <a:moveTo>
                  <a:pt x="2861139" y="0"/>
                </a:moveTo>
                <a:lnTo>
                  <a:pt x="0" y="0"/>
                </a:lnTo>
                <a:lnTo>
                  <a:pt x="0" y="2070750"/>
                </a:lnTo>
                <a:lnTo>
                  <a:pt x="2861139" y="2070750"/>
                </a:lnTo>
                <a:lnTo>
                  <a:pt x="2861139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3386916" y="345202"/>
            <a:ext cx="2949810" cy="2944894"/>
          </a:xfrm>
          <a:custGeom>
            <a:avLst/>
            <a:gdLst/>
            <a:ahLst/>
            <a:cxnLst/>
            <a:rect l="l" t="t" r="r" b="b"/>
            <a:pathLst>
              <a:path w="2949810" h="2944894">
                <a:moveTo>
                  <a:pt x="2949810" y="0"/>
                </a:moveTo>
                <a:lnTo>
                  <a:pt x="0" y="0"/>
                </a:lnTo>
                <a:lnTo>
                  <a:pt x="0" y="2944893"/>
                </a:lnTo>
                <a:lnTo>
                  <a:pt x="2949810" y="2944893"/>
                </a:lnTo>
                <a:lnTo>
                  <a:pt x="294981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71" b="-3888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50355" y="1563612"/>
            <a:ext cx="7987289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593117"/>
                </a:solidFill>
                <a:latin typeface="Marykate"/>
                <a:ea typeface="Marykate"/>
                <a:cs typeface="Marykate"/>
                <a:sym typeface="Marykate"/>
              </a:rPr>
              <a:t>Terima Kasih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108662" y="3429041"/>
            <a:ext cx="12070675" cy="3996247"/>
            <a:chOff x="0" y="0"/>
            <a:chExt cx="3179108" cy="10525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79108" cy="1052510"/>
            </a:xfrm>
            <a:custGeom>
              <a:avLst/>
              <a:gdLst/>
              <a:ahLst/>
              <a:cxnLst/>
              <a:rect l="l" t="t" r="r" b="b"/>
              <a:pathLst>
                <a:path w="3179108" h="1052510">
                  <a:moveTo>
                    <a:pt x="30786" y="0"/>
                  </a:moveTo>
                  <a:lnTo>
                    <a:pt x="3148322" y="0"/>
                  </a:lnTo>
                  <a:cubicBezTo>
                    <a:pt x="3156487" y="0"/>
                    <a:pt x="3164317" y="3244"/>
                    <a:pt x="3170091" y="9017"/>
                  </a:cubicBezTo>
                  <a:cubicBezTo>
                    <a:pt x="3175864" y="14791"/>
                    <a:pt x="3179108" y="22621"/>
                    <a:pt x="3179108" y="30786"/>
                  </a:cubicBezTo>
                  <a:lnTo>
                    <a:pt x="3179108" y="1021723"/>
                  </a:lnTo>
                  <a:cubicBezTo>
                    <a:pt x="3179108" y="1029888"/>
                    <a:pt x="3175864" y="1037719"/>
                    <a:pt x="3170091" y="1043493"/>
                  </a:cubicBezTo>
                  <a:cubicBezTo>
                    <a:pt x="3164317" y="1049266"/>
                    <a:pt x="3156487" y="1052510"/>
                    <a:pt x="3148322" y="1052510"/>
                  </a:cubicBezTo>
                  <a:lnTo>
                    <a:pt x="30786" y="1052510"/>
                  </a:lnTo>
                  <a:cubicBezTo>
                    <a:pt x="13784" y="1052510"/>
                    <a:pt x="0" y="1038726"/>
                    <a:pt x="0" y="1021723"/>
                  </a:cubicBezTo>
                  <a:lnTo>
                    <a:pt x="0" y="30786"/>
                  </a:lnTo>
                  <a:cubicBezTo>
                    <a:pt x="0" y="22621"/>
                    <a:pt x="3244" y="14791"/>
                    <a:pt x="9017" y="9017"/>
                  </a:cubicBezTo>
                  <a:cubicBezTo>
                    <a:pt x="14791" y="3244"/>
                    <a:pt x="22621" y="0"/>
                    <a:pt x="30786" y="0"/>
                  </a:cubicBezTo>
                  <a:close/>
                </a:path>
              </a:pathLst>
            </a:custGeom>
            <a:solidFill>
              <a:srgbClr val="FEE27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79108" cy="1090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18187" y="3396214"/>
            <a:ext cx="12070675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4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Nabi Adam a.s. adalah manusia pertama ciptaan Allah.</a:t>
            </a:r>
          </a:p>
          <a:p>
            <a:pPr algn="ctr">
              <a:lnSpc>
                <a:spcPts val="7200"/>
              </a:lnSpc>
            </a:pPr>
            <a:r>
              <a:rPr lang="en-US" sz="4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Kita harus meneladani sifat baik Nabi Adam a.s.: </a:t>
            </a: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sabar, taat, dan rajin belajar.</a:t>
            </a:r>
          </a:p>
          <a:p>
            <a:pPr algn="ctr">
              <a:lnSpc>
                <a:spcPts val="7200"/>
              </a:lnSpc>
            </a:pPr>
            <a:r>
              <a:rPr lang="en-US" sz="4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Jika berbuat salah, jangan lupa bertobat.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9124950" y="6710913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10375412" y="0"/>
                </a:moveTo>
                <a:lnTo>
                  <a:pt x="0" y="0"/>
                </a:lnTo>
                <a:lnTo>
                  <a:pt x="0" y="5408184"/>
                </a:lnTo>
                <a:lnTo>
                  <a:pt x="10375412" y="5408184"/>
                </a:lnTo>
                <a:lnTo>
                  <a:pt x="10375412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12362" y="6710913"/>
            <a:ext cx="10375412" cy="5408183"/>
          </a:xfrm>
          <a:custGeom>
            <a:avLst/>
            <a:gdLst/>
            <a:ahLst/>
            <a:cxnLst/>
            <a:rect l="l" t="t" r="r" b="b"/>
            <a:pathLst>
              <a:path w="10375412" h="5408183">
                <a:moveTo>
                  <a:pt x="0" y="0"/>
                </a:moveTo>
                <a:lnTo>
                  <a:pt x="10375412" y="0"/>
                </a:lnTo>
                <a:lnTo>
                  <a:pt x="10375412" y="5408184"/>
                </a:lnTo>
                <a:lnTo>
                  <a:pt x="0" y="540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12656" y="5143500"/>
            <a:ext cx="9629106" cy="5103426"/>
          </a:xfrm>
          <a:custGeom>
            <a:avLst/>
            <a:gdLst/>
            <a:ahLst/>
            <a:cxnLst/>
            <a:rect l="l" t="t" r="r" b="b"/>
            <a:pathLst>
              <a:path w="9629106" h="5103426">
                <a:moveTo>
                  <a:pt x="0" y="0"/>
                </a:moveTo>
                <a:lnTo>
                  <a:pt x="9629105" y="0"/>
                </a:lnTo>
                <a:lnTo>
                  <a:pt x="9629105" y="5103426"/>
                </a:lnTo>
                <a:lnTo>
                  <a:pt x="0" y="5103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32582" y="7015713"/>
            <a:ext cx="7899312" cy="3386830"/>
          </a:xfrm>
          <a:custGeom>
            <a:avLst/>
            <a:gdLst/>
            <a:ahLst/>
            <a:cxnLst/>
            <a:rect l="l" t="t" r="r" b="b"/>
            <a:pathLst>
              <a:path w="7899312" h="3386830">
                <a:moveTo>
                  <a:pt x="0" y="0"/>
                </a:moveTo>
                <a:lnTo>
                  <a:pt x="7899312" y="0"/>
                </a:lnTo>
                <a:lnTo>
                  <a:pt x="7899312" y="3386830"/>
                </a:lnTo>
                <a:lnTo>
                  <a:pt x="0" y="33868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-5653761" y="5143500"/>
            <a:ext cx="9629106" cy="5103426"/>
          </a:xfrm>
          <a:custGeom>
            <a:avLst/>
            <a:gdLst/>
            <a:ahLst/>
            <a:cxnLst/>
            <a:rect l="l" t="t" r="r" b="b"/>
            <a:pathLst>
              <a:path w="9629106" h="5103426">
                <a:moveTo>
                  <a:pt x="9629105" y="0"/>
                </a:moveTo>
                <a:lnTo>
                  <a:pt x="0" y="0"/>
                </a:lnTo>
                <a:lnTo>
                  <a:pt x="0" y="5103426"/>
                </a:lnTo>
                <a:lnTo>
                  <a:pt x="9629105" y="5103426"/>
                </a:lnTo>
                <a:lnTo>
                  <a:pt x="962910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371660" y="3213746"/>
            <a:ext cx="7540279" cy="7540279"/>
          </a:xfrm>
          <a:custGeom>
            <a:avLst/>
            <a:gdLst/>
            <a:ahLst/>
            <a:cxnLst/>
            <a:rect l="l" t="t" r="r" b="b"/>
            <a:pathLst>
              <a:path w="7540279" h="7540279">
                <a:moveTo>
                  <a:pt x="7540278" y="0"/>
                </a:moveTo>
                <a:lnTo>
                  <a:pt x="0" y="0"/>
                </a:lnTo>
                <a:lnTo>
                  <a:pt x="0" y="7540279"/>
                </a:lnTo>
                <a:lnTo>
                  <a:pt x="7540278" y="7540279"/>
                </a:lnTo>
                <a:lnTo>
                  <a:pt x="754027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58133" y="3213746"/>
            <a:ext cx="7495300" cy="7495300"/>
          </a:xfrm>
          <a:custGeom>
            <a:avLst/>
            <a:gdLst/>
            <a:ahLst/>
            <a:cxnLst/>
            <a:rect l="l" t="t" r="r" b="b"/>
            <a:pathLst>
              <a:path w="7495300" h="7495300">
                <a:moveTo>
                  <a:pt x="0" y="0"/>
                </a:moveTo>
                <a:lnTo>
                  <a:pt x="7495300" y="0"/>
                </a:lnTo>
                <a:lnTo>
                  <a:pt x="7495300" y="7495300"/>
                </a:lnTo>
                <a:lnTo>
                  <a:pt x="0" y="749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73802" y="3213746"/>
            <a:ext cx="2855119" cy="7967587"/>
          </a:xfrm>
          <a:custGeom>
            <a:avLst/>
            <a:gdLst/>
            <a:ahLst/>
            <a:cxnLst/>
            <a:rect l="l" t="t" r="r" b="b"/>
            <a:pathLst>
              <a:path w="2855119" h="7967587">
                <a:moveTo>
                  <a:pt x="0" y="0"/>
                </a:moveTo>
                <a:lnTo>
                  <a:pt x="2855119" y="0"/>
                </a:lnTo>
                <a:lnTo>
                  <a:pt x="2855119" y="7967588"/>
                </a:lnTo>
                <a:lnTo>
                  <a:pt x="0" y="7967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0266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9079" y="3402065"/>
            <a:ext cx="2886864" cy="7779269"/>
          </a:xfrm>
          <a:custGeom>
            <a:avLst/>
            <a:gdLst/>
            <a:ahLst/>
            <a:cxnLst/>
            <a:rect l="l" t="t" r="r" b="b"/>
            <a:pathLst>
              <a:path w="2886864" h="7779269">
                <a:moveTo>
                  <a:pt x="0" y="0"/>
                </a:moveTo>
                <a:lnTo>
                  <a:pt x="2886864" y="0"/>
                </a:lnTo>
                <a:lnTo>
                  <a:pt x="2886864" y="7779269"/>
                </a:lnTo>
                <a:lnTo>
                  <a:pt x="0" y="777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703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665542" y="1028700"/>
            <a:ext cx="6956917" cy="1023436"/>
            <a:chOff x="0" y="0"/>
            <a:chExt cx="1832274" cy="2695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32274" cy="269547"/>
            </a:xfrm>
            <a:custGeom>
              <a:avLst/>
              <a:gdLst/>
              <a:ahLst/>
              <a:cxnLst/>
              <a:rect l="l" t="t" r="r" b="b"/>
              <a:pathLst>
                <a:path w="1832274" h="269547">
                  <a:moveTo>
                    <a:pt x="111284" y="0"/>
                  </a:moveTo>
                  <a:lnTo>
                    <a:pt x="1720991" y="0"/>
                  </a:lnTo>
                  <a:cubicBezTo>
                    <a:pt x="1750505" y="0"/>
                    <a:pt x="1778810" y="11725"/>
                    <a:pt x="1799680" y="32594"/>
                  </a:cubicBezTo>
                  <a:cubicBezTo>
                    <a:pt x="1820550" y="53464"/>
                    <a:pt x="1832274" y="81769"/>
                    <a:pt x="1832274" y="111284"/>
                  </a:cubicBezTo>
                  <a:lnTo>
                    <a:pt x="1832274" y="158263"/>
                  </a:lnTo>
                  <a:cubicBezTo>
                    <a:pt x="1832274" y="219723"/>
                    <a:pt x="1782451" y="269547"/>
                    <a:pt x="1720991" y="269547"/>
                  </a:cubicBezTo>
                  <a:lnTo>
                    <a:pt x="111284" y="269547"/>
                  </a:lnTo>
                  <a:cubicBezTo>
                    <a:pt x="81769" y="269547"/>
                    <a:pt x="53464" y="257822"/>
                    <a:pt x="32594" y="236953"/>
                  </a:cubicBezTo>
                  <a:cubicBezTo>
                    <a:pt x="11725" y="216083"/>
                    <a:pt x="0" y="187777"/>
                    <a:pt x="0" y="158263"/>
                  </a:cubicBezTo>
                  <a:lnTo>
                    <a:pt x="0" y="111284"/>
                  </a:lnTo>
                  <a:cubicBezTo>
                    <a:pt x="0" y="49823"/>
                    <a:pt x="49823" y="0"/>
                    <a:pt x="111284" y="0"/>
                  </a:cubicBezTo>
                  <a:close/>
                </a:path>
              </a:pathLst>
            </a:custGeom>
            <a:solidFill>
              <a:srgbClr val="7B4D9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832274" cy="298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16340" y="922117"/>
            <a:ext cx="6455319" cy="99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23"/>
              </a:lnSpc>
              <a:spcBef>
                <a:spcPct val="0"/>
              </a:spcBef>
            </a:pPr>
            <a:r>
              <a:rPr lang="en-US" sz="587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Kuis</a:t>
            </a:r>
            <a:endParaRPr lang="en-US" sz="587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10167" y="2488050"/>
            <a:ext cx="11467666" cy="276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8"/>
              </a:lnSpc>
            </a:pPr>
            <a:r>
              <a:rPr lang="en-US" sz="9082">
                <a:solidFill>
                  <a:srgbClr val="231F20"/>
                </a:solidFill>
                <a:latin typeface="Negrita Pro"/>
                <a:ea typeface="Negrita Pro"/>
                <a:cs typeface="Negrita Pro"/>
                <a:sym typeface="Negrita Pro"/>
              </a:rPr>
              <a:t>Nabi Adam Manusia Pertama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7206" y="5586269"/>
            <a:ext cx="8446552" cy="61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3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Pendidikan Agama Islam Kelas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9858" y="1533342"/>
            <a:ext cx="9826139" cy="6549975"/>
          </a:xfrm>
          <a:custGeom>
            <a:avLst/>
            <a:gdLst/>
            <a:ahLst/>
            <a:cxnLst/>
            <a:rect l="l" t="t" r="r" b="b"/>
            <a:pathLst>
              <a:path w="9826139" h="6549975">
                <a:moveTo>
                  <a:pt x="0" y="0"/>
                </a:moveTo>
                <a:lnTo>
                  <a:pt x="9826139" y="0"/>
                </a:lnTo>
                <a:lnTo>
                  <a:pt x="9826139" y="6549976"/>
                </a:lnTo>
                <a:lnTo>
                  <a:pt x="0" y="6549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766324" y="2876717"/>
            <a:ext cx="5853303" cy="8229600"/>
          </a:xfrm>
          <a:custGeom>
            <a:avLst/>
            <a:gdLst/>
            <a:ahLst/>
            <a:cxnLst/>
            <a:rect l="l" t="t" r="r" b="b"/>
            <a:pathLst>
              <a:path w="5853303" h="8229600">
                <a:moveTo>
                  <a:pt x="5853303" y="0"/>
                </a:moveTo>
                <a:lnTo>
                  <a:pt x="0" y="0"/>
                </a:lnTo>
                <a:lnTo>
                  <a:pt x="0" y="8229600"/>
                </a:lnTo>
                <a:lnTo>
                  <a:pt x="5853303" y="8229600"/>
                </a:lnTo>
                <a:lnTo>
                  <a:pt x="585330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94851" y="1990052"/>
            <a:ext cx="5207862" cy="1318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47"/>
              </a:lnSpc>
              <a:spcBef>
                <a:spcPct val="0"/>
              </a:spcBef>
            </a:pPr>
            <a:r>
              <a:rPr lang="en-US" sz="7676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Petunjuk: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24586" y="3621522"/>
            <a:ext cx="8948390" cy="67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229" lvl="1" indent="-407615" algn="l">
              <a:lnSpc>
                <a:spcPts val="5286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Pilih jawaban yang benar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24586" y="4442024"/>
            <a:ext cx="8948390" cy="67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229" lvl="1" indent="-407615" algn="l">
              <a:lnSpc>
                <a:spcPts val="5286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Lihat gambar dan tebak isinya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24586" y="5994491"/>
            <a:ext cx="8948390" cy="134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229" lvl="1" indent="-407615" algn="l">
              <a:lnSpc>
                <a:spcPts val="5286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Jawablah dengan jujur dan semangat!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24586" y="5262526"/>
            <a:ext cx="8948390" cy="67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229" lvl="1" indent="-407615" algn="l">
              <a:lnSpc>
                <a:spcPts val="5286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Jangan lupa baca “Bismillah” ya!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03963" y="3586240"/>
            <a:ext cx="9280074" cy="149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Siapakah manusia pertama yang diciptakan Allah?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Soal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53094" y="7100810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c. Nabi Adam A.S.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3094" y="5456080"/>
            <a:ext cx="770580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a. Nabi Isa A.S.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3094" y="6268508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 Nabi Muhammad S.A.W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77853" y="7286011"/>
            <a:ext cx="494469" cy="494469"/>
          </a:xfrm>
          <a:custGeom>
            <a:avLst/>
            <a:gdLst/>
            <a:ahLst/>
            <a:cxnLst/>
            <a:rect l="l" t="t" r="r" b="b"/>
            <a:pathLst>
              <a:path w="494469" h="494469">
                <a:moveTo>
                  <a:pt x="0" y="0"/>
                </a:moveTo>
                <a:lnTo>
                  <a:pt x="494469" y="0"/>
                </a:lnTo>
                <a:lnTo>
                  <a:pt x="494469" y="494469"/>
                </a:lnTo>
                <a:lnTo>
                  <a:pt x="0" y="49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03963" y="3586240"/>
            <a:ext cx="9280074" cy="149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Siapakah manusia pertama yang diciptakan Allah?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Jawaban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3094" y="7100810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c. Nabi Adam A.S.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3094" y="5456080"/>
            <a:ext cx="770580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a. Nabi Isa A.S.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53094" y="6268508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 Nabi Muhammad S.A.W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03963" y="3586240"/>
            <a:ext cx="928007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A.S. diciptakan oleh?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Soal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53094" y="6338028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c. Nabi Nuh a.s.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3094" y="4693297"/>
            <a:ext cx="770580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a. Malaikat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3094" y="5505726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 Allah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03963" y="3586240"/>
            <a:ext cx="928007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A.S. diciptakan oleh?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Jawaban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53094" y="6338028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c. Nabi Nuh A.S.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3094" y="4693297"/>
            <a:ext cx="770580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a. Malaikat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3094" y="5505726"/>
            <a:ext cx="772795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 Allah</a:t>
            </a:r>
          </a:p>
        </p:txBody>
      </p:sp>
      <p:sp>
        <p:nvSpPr>
          <p:cNvPr id="9" name="Freeform 9"/>
          <p:cNvSpPr/>
          <p:nvPr/>
        </p:nvSpPr>
        <p:spPr>
          <a:xfrm>
            <a:off x="4777853" y="5700863"/>
            <a:ext cx="494469" cy="494469"/>
          </a:xfrm>
          <a:custGeom>
            <a:avLst/>
            <a:gdLst/>
            <a:ahLst/>
            <a:cxnLst/>
            <a:rect l="l" t="t" r="r" b="b"/>
            <a:pathLst>
              <a:path w="494469" h="494469">
                <a:moveTo>
                  <a:pt x="0" y="0"/>
                </a:moveTo>
                <a:lnTo>
                  <a:pt x="494469" y="0"/>
                </a:lnTo>
                <a:lnTo>
                  <a:pt x="494469" y="494469"/>
                </a:lnTo>
                <a:lnTo>
                  <a:pt x="0" y="49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54001" y="3586240"/>
            <a:ext cx="692328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Pertama adalah?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001" y="5200650"/>
            <a:ext cx="828676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diciptakan oleh?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001" y="6815060"/>
            <a:ext cx="692328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Kita harus taat kepada?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88307" y="3586240"/>
            <a:ext cx="76569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88307" y="5200650"/>
            <a:ext cx="76569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8307" y="6815060"/>
            <a:ext cx="76569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Isian Singkat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54001" y="5133975"/>
            <a:ext cx="80906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5554001" y="6748385"/>
            <a:ext cx="80906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5554001" y="8362796"/>
            <a:ext cx="80906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54001" y="3586240"/>
            <a:ext cx="692328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Pertama adalah?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001" y="4383405"/>
            <a:ext cx="692328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A.S.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001" y="5997815"/>
            <a:ext cx="402589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Allah SWT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54001" y="7632305"/>
            <a:ext cx="402589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Allah SWT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54001" y="5200650"/>
            <a:ext cx="828676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diciptakan oleh?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54001" y="6815060"/>
            <a:ext cx="6923286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Kita harus taat kepada?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88307" y="3586240"/>
            <a:ext cx="76569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88307" y="5200650"/>
            <a:ext cx="76569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88307" y="6815060"/>
            <a:ext cx="765695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Jawaban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554001" y="5133975"/>
            <a:ext cx="80906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5554001" y="6748385"/>
            <a:ext cx="80906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554001" y="8362796"/>
            <a:ext cx="80906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Cocokkan!</a:t>
            </a:r>
          </a:p>
        </p:txBody>
      </p:sp>
      <p:sp>
        <p:nvSpPr>
          <p:cNvPr id="5" name="Freeform 5"/>
          <p:cNvSpPr/>
          <p:nvPr/>
        </p:nvSpPr>
        <p:spPr>
          <a:xfrm>
            <a:off x="4981091" y="3529090"/>
            <a:ext cx="936127" cy="1325490"/>
          </a:xfrm>
          <a:custGeom>
            <a:avLst/>
            <a:gdLst/>
            <a:ahLst/>
            <a:cxnLst/>
            <a:rect l="l" t="t" r="r" b="b"/>
            <a:pathLst>
              <a:path w="936127" h="1325490">
                <a:moveTo>
                  <a:pt x="0" y="0"/>
                </a:moveTo>
                <a:lnTo>
                  <a:pt x="936128" y="0"/>
                </a:lnTo>
                <a:lnTo>
                  <a:pt x="936128" y="1325489"/>
                </a:lnTo>
                <a:lnTo>
                  <a:pt x="0" y="1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63619" y="5183700"/>
            <a:ext cx="1371072" cy="1264814"/>
          </a:xfrm>
          <a:custGeom>
            <a:avLst/>
            <a:gdLst/>
            <a:ahLst/>
            <a:cxnLst/>
            <a:rect l="l" t="t" r="r" b="b"/>
            <a:pathLst>
              <a:path w="1371072" h="1264814">
                <a:moveTo>
                  <a:pt x="0" y="0"/>
                </a:moveTo>
                <a:lnTo>
                  <a:pt x="1371072" y="0"/>
                </a:lnTo>
                <a:lnTo>
                  <a:pt x="1371072" y="1264814"/>
                </a:lnTo>
                <a:lnTo>
                  <a:pt x="0" y="1264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22519" y="6678500"/>
            <a:ext cx="1053272" cy="1515500"/>
          </a:xfrm>
          <a:custGeom>
            <a:avLst/>
            <a:gdLst/>
            <a:ahLst/>
            <a:cxnLst/>
            <a:rect l="l" t="t" r="r" b="b"/>
            <a:pathLst>
              <a:path w="1053272" h="1515500">
                <a:moveTo>
                  <a:pt x="0" y="0"/>
                </a:moveTo>
                <a:lnTo>
                  <a:pt x="1053272" y="0"/>
                </a:lnTo>
                <a:lnTo>
                  <a:pt x="1053272" y="1515499"/>
                </a:lnTo>
                <a:lnTo>
                  <a:pt x="0" y="1515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645207" y="4058569"/>
            <a:ext cx="266530" cy="26653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70974" y="3930018"/>
            <a:ext cx="2837272" cy="45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Sikap tidak baik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0974" y="5685491"/>
            <a:ext cx="2837272" cy="45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A.S.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0974" y="7004283"/>
            <a:ext cx="2837272" cy="91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Taat kepada allah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562114" y="4058569"/>
            <a:ext cx="266530" cy="26653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562114" y="5814042"/>
            <a:ext cx="266530" cy="26653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45207" y="5814042"/>
            <a:ext cx="266530" cy="26653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5207" y="7360694"/>
            <a:ext cx="266530" cy="26653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62114" y="7360694"/>
            <a:ext cx="266530" cy="26653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3924" y="1350570"/>
            <a:ext cx="11380151" cy="7585860"/>
          </a:xfrm>
          <a:custGeom>
            <a:avLst/>
            <a:gdLst/>
            <a:ahLst/>
            <a:cxnLst/>
            <a:rect l="l" t="t" r="r" b="b"/>
            <a:pathLst>
              <a:path w="11380151" h="7585860">
                <a:moveTo>
                  <a:pt x="0" y="0"/>
                </a:moveTo>
                <a:lnTo>
                  <a:pt x="11380152" y="0"/>
                </a:lnTo>
                <a:lnTo>
                  <a:pt x="11380152" y="7585860"/>
                </a:lnTo>
                <a:lnTo>
                  <a:pt x="0" y="75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27990" y="2302270"/>
            <a:ext cx="76320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Cocokkan!</a:t>
            </a:r>
          </a:p>
        </p:txBody>
      </p:sp>
      <p:sp>
        <p:nvSpPr>
          <p:cNvPr id="5" name="Freeform 5"/>
          <p:cNvSpPr/>
          <p:nvPr/>
        </p:nvSpPr>
        <p:spPr>
          <a:xfrm>
            <a:off x="4981091" y="3529090"/>
            <a:ext cx="936127" cy="1325490"/>
          </a:xfrm>
          <a:custGeom>
            <a:avLst/>
            <a:gdLst/>
            <a:ahLst/>
            <a:cxnLst/>
            <a:rect l="l" t="t" r="r" b="b"/>
            <a:pathLst>
              <a:path w="936127" h="1325490">
                <a:moveTo>
                  <a:pt x="0" y="0"/>
                </a:moveTo>
                <a:lnTo>
                  <a:pt x="936128" y="0"/>
                </a:lnTo>
                <a:lnTo>
                  <a:pt x="936128" y="1325489"/>
                </a:lnTo>
                <a:lnTo>
                  <a:pt x="0" y="1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63619" y="5183700"/>
            <a:ext cx="1371072" cy="1264814"/>
          </a:xfrm>
          <a:custGeom>
            <a:avLst/>
            <a:gdLst/>
            <a:ahLst/>
            <a:cxnLst/>
            <a:rect l="l" t="t" r="r" b="b"/>
            <a:pathLst>
              <a:path w="1371072" h="1264814">
                <a:moveTo>
                  <a:pt x="0" y="0"/>
                </a:moveTo>
                <a:lnTo>
                  <a:pt x="1371072" y="0"/>
                </a:lnTo>
                <a:lnTo>
                  <a:pt x="1371072" y="1264814"/>
                </a:lnTo>
                <a:lnTo>
                  <a:pt x="0" y="1264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22519" y="6678500"/>
            <a:ext cx="1053272" cy="1515500"/>
          </a:xfrm>
          <a:custGeom>
            <a:avLst/>
            <a:gdLst/>
            <a:ahLst/>
            <a:cxnLst/>
            <a:rect l="l" t="t" r="r" b="b"/>
            <a:pathLst>
              <a:path w="1053272" h="1515500">
                <a:moveTo>
                  <a:pt x="0" y="0"/>
                </a:moveTo>
                <a:lnTo>
                  <a:pt x="1053272" y="0"/>
                </a:lnTo>
                <a:lnTo>
                  <a:pt x="1053272" y="1515499"/>
                </a:lnTo>
                <a:lnTo>
                  <a:pt x="0" y="1515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645207" y="4058569"/>
            <a:ext cx="266530" cy="26653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70974" y="3930018"/>
            <a:ext cx="2837272" cy="45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Sikap tidak baik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0974" y="5685491"/>
            <a:ext cx="2837272" cy="45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A.S.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0974" y="7004283"/>
            <a:ext cx="2837272" cy="91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6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Taat kepada allah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562114" y="4058569"/>
            <a:ext cx="266530" cy="26653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562114" y="5814042"/>
            <a:ext cx="266530" cy="26653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45207" y="5814042"/>
            <a:ext cx="266530" cy="26653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5207" y="7360694"/>
            <a:ext cx="266530" cy="26653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62114" y="7360694"/>
            <a:ext cx="266530" cy="26653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6838038" y="4182717"/>
            <a:ext cx="3768733" cy="17950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6902571" y="5995977"/>
            <a:ext cx="3819590" cy="149798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flipH="1">
            <a:off x="6880509" y="4229218"/>
            <a:ext cx="3783869" cy="31790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88156" y="1746330"/>
            <a:ext cx="11499519" cy="7665429"/>
          </a:xfrm>
          <a:custGeom>
            <a:avLst/>
            <a:gdLst/>
            <a:ahLst/>
            <a:cxnLst/>
            <a:rect l="l" t="t" r="r" b="b"/>
            <a:pathLst>
              <a:path w="11499519" h="7665429">
                <a:moveTo>
                  <a:pt x="0" y="0"/>
                </a:moveTo>
                <a:lnTo>
                  <a:pt x="11499518" y="0"/>
                </a:lnTo>
                <a:lnTo>
                  <a:pt x="11499518" y="7665429"/>
                </a:lnTo>
                <a:lnTo>
                  <a:pt x="0" y="7665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b="-78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70915" y="3422242"/>
            <a:ext cx="9133999" cy="529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Keren! Kamu sudah belajar tentang Nabi Adam A.S.!</a:t>
            </a:r>
          </a:p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Ingat ya:</a:t>
            </a:r>
          </a:p>
          <a:p>
            <a:pPr marL="717001" lvl="1" indent="-358500" algn="l">
              <a:lnSpc>
                <a:spcPts val="4649"/>
              </a:lnSpc>
              <a:buFont typeface="Arial"/>
              <a:buChar char="•"/>
            </a:pPr>
            <a:r>
              <a:rPr lang="en-US" sz="33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 Adam A.S. adalah manusia pertama</a:t>
            </a:r>
          </a:p>
          <a:p>
            <a:pPr marL="717001" lvl="1" indent="-358500" algn="l">
              <a:lnSpc>
                <a:spcPts val="4649"/>
              </a:lnSpc>
              <a:buFont typeface="Arial"/>
              <a:buChar char="•"/>
            </a:pPr>
            <a:r>
              <a:rPr lang="en-US" sz="33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Kita harus meneladani kebaikan dan ketaatannya</a:t>
            </a:r>
          </a:p>
          <a:p>
            <a:pPr marL="717001" lvl="1" indent="-358500" algn="l">
              <a:lnSpc>
                <a:spcPts val="4649"/>
              </a:lnSpc>
              <a:buFont typeface="Arial"/>
              <a:buChar char="•"/>
            </a:pPr>
            <a:r>
              <a:rPr lang="en-US" sz="33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Allah menciptakan kita semua dan kita harus bersyukur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0050" y="2131865"/>
            <a:ext cx="691573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Negrita Pro"/>
                <a:ea typeface="Negrita Pro"/>
                <a:cs typeface="Negrita Pro"/>
                <a:sym typeface="Negrita Pro"/>
              </a:rPr>
              <a:t>Penutup Kuis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616</Words>
  <Application>Microsoft Office PowerPoint</Application>
  <PresentationFormat>Custom</PresentationFormat>
  <Paragraphs>102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Poppins</vt:lpstr>
      <vt:lpstr>HK Grotesk Bold</vt:lpstr>
      <vt:lpstr>HK Grotesk</vt:lpstr>
      <vt:lpstr>Marykate</vt:lpstr>
      <vt:lpstr>Negrita Pro</vt:lpstr>
      <vt:lpstr>Open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Nabi Adam A.S. Manusia Pertama</dc:title>
  <cp:lastModifiedBy>jajang badruzaman</cp:lastModifiedBy>
  <cp:revision>2</cp:revision>
  <cp:lastPrinted>2026-01-01T11:06:16Z</cp:lastPrinted>
  <dcterms:created xsi:type="dcterms:W3CDTF">2006-08-16T00:00:00Z</dcterms:created>
  <dcterms:modified xsi:type="dcterms:W3CDTF">2026-01-01T11:07:55Z</dcterms:modified>
  <dc:identifier>DAG8mhmOlFY</dc:identifier>
</cp:coreProperties>
</file>