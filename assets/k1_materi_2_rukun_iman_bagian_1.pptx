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8" r:id="rId3"/>
    <p:sldId id="262" r:id="rId4"/>
    <p:sldId id="297" r:id="rId5"/>
    <p:sldId id="287" r:id="rId6"/>
    <p:sldId id="298" r:id="rId7"/>
    <p:sldId id="286" r:id="rId8"/>
    <p:sldId id="296" r:id="rId9"/>
    <p:sldId id="288" r:id="rId10"/>
    <p:sldId id="289" r:id="rId11"/>
    <p:sldId id="29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06A"/>
    <a:srgbClr val="C9C011"/>
    <a:srgbClr val="87C43B"/>
    <a:srgbClr val="BFD101"/>
    <a:srgbClr val="B2D3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56" autoAdjust="0"/>
  </p:normalViewPr>
  <p:slideViewPr>
    <p:cSldViewPr>
      <p:cViewPr>
        <p:scale>
          <a:sx n="89" d="100"/>
          <a:sy n="89" d="100"/>
        </p:scale>
        <p:origin x="-762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B6CB9-FC61-42C7-AB0E-E239B60C3C5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EA237-A359-4CC0-951A-F3A14D13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0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8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39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19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73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58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08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EA237-A359-4CC0-951A-F3A14D13DA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71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99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789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780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729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8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7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6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8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0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8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96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D28AFCA0-8392-426D-B17B-44E436961E4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F5173EB-D75B-49DC-8703-0B33855A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2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2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5880" cy="5143500"/>
          </a:xfrm>
          <a:prstGeom prst="rect">
            <a:avLst/>
          </a:prstGeom>
        </p:spPr>
      </p:pic>
      <p:cxnSp>
        <p:nvCxnSpPr>
          <p:cNvPr id="9" name="直線コネクタ 9"/>
          <p:cNvCxnSpPr/>
          <p:nvPr/>
        </p:nvCxnSpPr>
        <p:spPr>
          <a:xfrm>
            <a:off x="3810025" y="2876550"/>
            <a:ext cx="4495775" cy="0"/>
          </a:xfrm>
          <a:prstGeom prst="line">
            <a:avLst/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headEnd type="oval"/>
            <a:tailEnd type="oval"/>
          </a:ln>
          <a:effectLst/>
        </p:spPr>
      </p:cxnSp>
      <p:sp>
        <p:nvSpPr>
          <p:cNvPr id="10" name="タイトル 1"/>
          <p:cNvSpPr txBox="1">
            <a:spLocks/>
          </p:cNvSpPr>
          <p:nvPr/>
        </p:nvSpPr>
        <p:spPr>
          <a:xfrm>
            <a:off x="3520978" y="1194343"/>
            <a:ext cx="5073868" cy="469019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 defTabSz="914400" rtl="0" eaLnBrk="1" latinLnBrk="0" hangingPunct="1">
              <a:spcBef>
                <a:spcPct val="0"/>
              </a:spcBef>
              <a:buNone/>
              <a:defRPr sz="9600" kern="1200" spc="1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632713">
              <a:defRPr/>
            </a:pPr>
            <a:r>
              <a:rPr kumimoji="1" lang="en-US" altLang="ja-JP" sz="3200" b="1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MEDIA MENGAJAR</a:t>
            </a:r>
            <a:endParaRPr kumimoji="1" lang="ja-JP" altLang="en-US" sz="3200" b="1" spc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83954" y="2977351"/>
            <a:ext cx="1747914" cy="31547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UNTUK 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KELAS 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id-ID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Cube 12"/>
          <p:cNvSpPr/>
          <p:nvPr/>
        </p:nvSpPr>
        <p:spPr>
          <a:xfrm>
            <a:off x="1251549" y="895350"/>
            <a:ext cx="2329851" cy="3200401"/>
          </a:xfrm>
          <a:prstGeom prst="cube">
            <a:avLst>
              <a:gd name="adj" fmla="val 371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テキスト プレースホルダー 11"/>
          <p:cNvSpPr txBox="1">
            <a:spLocks/>
          </p:cNvSpPr>
          <p:nvPr/>
        </p:nvSpPr>
        <p:spPr>
          <a:xfrm>
            <a:off x="3810025" y="1745712"/>
            <a:ext cx="4495775" cy="718215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3200" b="1" dirty="0" err="1" smtClean="0">
                <a:solidFill>
                  <a:srgbClr val="87C43B"/>
                </a:solidFill>
                <a:cs typeface="Arial" pitchFamily="34" charset="0"/>
              </a:rPr>
              <a:t>Pendidikan</a:t>
            </a:r>
            <a:r>
              <a:rPr lang="en-US" sz="3200" b="1" dirty="0" smtClean="0">
                <a:solidFill>
                  <a:srgbClr val="87C43B"/>
                </a:solidFill>
                <a:cs typeface="Arial" pitchFamily="34" charset="0"/>
              </a:rPr>
              <a:t> Agama Islam </a:t>
            </a:r>
            <a:r>
              <a:rPr lang="en-US" sz="3200" b="1" dirty="0" err="1" smtClean="0">
                <a:solidFill>
                  <a:srgbClr val="87C43B"/>
                </a:solidFill>
                <a:cs typeface="Arial" pitchFamily="34" charset="0"/>
              </a:rPr>
              <a:t>dan</a:t>
            </a:r>
            <a:r>
              <a:rPr lang="en-US" sz="3200" b="1" dirty="0">
                <a:solidFill>
                  <a:srgbClr val="87C43B"/>
                </a:solidFill>
                <a:cs typeface="Arial" pitchFamily="34" charset="0"/>
              </a:rPr>
              <a:t> </a:t>
            </a:r>
            <a:r>
              <a:rPr lang="en-US" sz="3200" b="1" dirty="0" smtClean="0">
                <a:solidFill>
                  <a:srgbClr val="87C43B"/>
                </a:solidFill>
                <a:cs typeface="Arial" pitchFamily="34" charset="0"/>
              </a:rPr>
              <a:t>Budi </a:t>
            </a:r>
            <a:r>
              <a:rPr lang="en-US" sz="3200" b="1" dirty="0" err="1" smtClean="0">
                <a:solidFill>
                  <a:srgbClr val="87C43B"/>
                </a:solidFill>
                <a:cs typeface="Arial" pitchFamily="34" charset="0"/>
              </a:rPr>
              <a:t>Pekerti</a:t>
            </a:r>
            <a:endParaRPr lang="en-US" sz="3200" b="1" dirty="0" smtClean="0">
              <a:solidFill>
                <a:srgbClr val="87C43B"/>
              </a:solidFill>
              <a:cs typeface="Arial" pitchFamily="34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549" y="972891"/>
            <a:ext cx="2191095" cy="312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41642"/>
            <a:ext cx="3886200" cy="4521153"/>
          </a:xfrm>
          <a:prstGeom prst="rect">
            <a:avLst/>
          </a:prstGeom>
        </p:spPr>
      </p:pic>
      <p:sp>
        <p:nvSpPr>
          <p:cNvPr id="4" name="Snip Single Corner Rectangle 3"/>
          <p:cNvSpPr/>
          <p:nvPr/>
        </p:nvSpPr>
        <p:spPr>
          <a:xfrm>
            <a:off x="944845" y="215060"/>
            <a:ext cx="4563259" cy="944815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accent6">
                <a:lumMod val="40000"/>
                <a:lumOff val="60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68782" y="123478"/>
            <a:ext cx="1152128" cy="115212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19"/>
          <p:cNvSpPr txBox="1"/>
          <p:nvPr/>
        </p:nvSpPr>
        <p:spPr>
          <a:xfrm>
            <a:off x="1546926" y="419437"/>
            <a:ext cx="3869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800" b="1" dirty="0" smtClean="0"/>
              <a:t>Mengenal Rukun Iman</a:t>
            </a:r>
            <a:endParaRPr lang="id-ID" sz="2800" b="1" dirty="0"/>
          </a:p>
        </p:txBody>
      </p:sp>
      <p:sp>
        <p:nvSpPr>
          <p:cNvPr id="8" name="TextBox 16"/>
          <p:cNvSpPr txBox="1"/>
          <p:nvPr/>
        </p:nvSpPr>
        <p:spPr>
          <a:xfrm>
            <a:off x="499466" y="248514"/>
            <a:ext cx="890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BAB</a:t>
            </a:r>
          </a:p>
        </p:txBody>
      </p:sp>
      <p:sp>
        <p:nvSpPr>
          <p:cNvPr id="9" name="TextBox 17"/>
          <p:cNvSpPr txBox="1"/>
          <p:nvPr/>
        </p:nvSpPr>
        <p:spPr>
          <a:xfrm>
            <a:off x="748316" y="60855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5603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25462"/>
            <a:ext cx="3034239" cy="4126029"/>
          </a:xfrm>
          <a:prstGeom prst="rect">
            <a:avLst/>
          </a:prstGeom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13" y="225462"/>
            <a:ext cx="4820323" cy="341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7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sp>
        <p:nvSpPr>
          <p:cNvPr id="3" name="Google Shape;946;p33"/>
          <p:cNvSpPr/>
          <p:nvPr/>
        </p:nvSpPr>
        <p:spPr>
          <a:xfrm>
            <a:off x="3135135" y="2343150"/>
            <a:ext cx="2895599" cy="933429"/>
          </a:xfrm>
          <a:custGeom>
            <a:avLst/>
            <a:gdLst/>
            <a:ahLst/>
            <a:cxnLst/>
            <a:rect l="l" t="t" r="r" b="b"/>
            <a:pathLst>
              <a:path w="45372" h="18584" extrusionOk="0">
                <a:moveTo>
                  <a:pt x="27344" y="23"/>
                </a:moveTo>
                <a:cubicBezTo>
                  <a:pt x="26604" y="23"/>
                  <a:pt x="25865" y="37"/>
                  <a:pt x="25130" y="49"/>
                </a:cubicBezTo>
                <a:cubicBezTo>
                  <a:pt x="24837" y="53"/>
                  <a:pt x="24544" y="55"/>
                  <a:pt x="24251" y="55"/>
                </a:cubicBezTo>
                <a:cubicBezTo>
                  <a:pt x="23558" y="55"/>
                  <a:pt x="22864" y="46"/>
                  <a:pt x="22171" y="46"/>
                </a:cubicBezTo>
                <a:cubicBezTo>
                  <a:pt x="21462" y="46"/>
                  <a:pt x="20752" y="55"/>
                  <a:pt x="20043" y="91"/>
                </a:cubicBezTo>
                <a:cubicBezTo>
                  <a:pt x="19329" y="126"/>
                  <a:pt x="18614" y="138"/>
                  <a:pt x="17899" y="138"/>
                </a:cubicBezTo>
                <a:cubicBezTo>
                  <a:pt x="16530" y="138"/>
                  <a:pt x="15159" y="95"/>
                  <a:pt x="13791" y="95"/>
                </a:cubicBezTo>
                <a:cubicBezTo>
                  <a:pt x="13446" y="95"/>
                  <a:pt x="13101" y="98"/>
                  <a:pt x="12757" y="105"/>
                </a:cubicBezTo>
                <a:cubicBezTo>
                  <a:pt x="11073" y="137"/>
                  <a:pt x="9389" y="559"/>
                  <a:pt x="7695" y="579"/>
                </a:cubicBezTo>
                <a:cubicBezTo>
                  <a:pt x="6747" y="590"/>
                  <a:pt x="5818" y="808"/>
                  <a:pt x="4873" y="845"/>
                </a:cubicBezTo>
                <a:cubicBezTo>
                  <a:pt x="3983" y="879"/>
                  <a:pt x="3043" y="1016"/>
                  <a:pt x="2155" y="1581"/>
                </a:cubicBezTo>
                <a:cubicBezTo>
                  <a:pt x="1466" y="2018"/>
                  <a:pt x="1155" y="2654"/>
                  <a:pt x="724" y="3316"/>
                </a:cubicBezTo>
                <a:cubicBezTo>
                  <a:pt x="240" y="4059"/>
                  <a:pt x="206" y="4854"/>
                  <a:pt x="193" y="5683"/>
                </a:cubicBezTo>
                <a:cubicBezTo>
                  <a:pt x="170" y="7285"/>
                  <a:pt x="0" y="8896"/>
                  <a:pt x="282" y="10408"/>
                </a:cubicBezTo>
                <a:cubicBezTo>
                  <a:pt x="200" y="11949"/>
                  <a:pt x="730" y="13214"/>
                  <a:pt x="1197" y="14472"/>
                </a:cubicBezTo>
                <a:cubicBezTo>
                  <a:pt x="1348" y="14878"/>
                  <a:pt x="1604" y="15362"/>
                  <a:pt x="1906" y="15645"/>
                </a:cubicBezTo>
                <a:cubicBezTo>
                  <a:pt x="2395" y="16101"/>
                  <a:pt x="2710" y="16980"/>
                  <a:pt x="3339" y="17024"/>
                </a:cubicBezTo>
                <a:cubicBezTo>
                  <a:pt x="4828" y="17126"/>
                  <a:pt x="6196" y="17864"/>
                  <a:pt x="7695" y="18019"/>
                </a:cubicBezTo>
                <a:cubicBezTo>
                  <a:pt x="9434" y="18200"/>
                  <a:pt x="11184" y="18382"/>
                  <a:pt x="12921" y="18459"/>
                </a:cubicBezTo>
                <a:cubicBezTo>
                  <a:pt x="14344" y="18523"/>
                  <a:pt x="15771" y="18584"/>
                  <a:pt x="17199" y="18584"/>
                </a:cubicBezTo>
                <a:cubicBezTo>
                  <a:pt x="17895" y="18584"/>
                  <a:pt x="18591" y="18569"/>
                  <a:pt x="19287" y="18534"/>
                </a:cubicBezTo>
                <a:cubicBezTo>
                  <a:pt x="20699" y="18464"/>
                  <a:pt x="22123" y="18478"/>
                  <a:pt x="23539" y="18458"/>
                </a:cubicBezTo>
                <a:cubicBezTo>
                  <a:pt x="24474" y="18445"/>
                  <a:pt x="25435" y="18274"/>
                  <a:pt x="26368" y="18274"/>
                </a:cubicBezTo>
                <a:cubicBezTo>
                  <a:pt x="26641" y="18274"/>
                  <a:pt x="26911" y="18288"/>
                  <a:pt x="27177" y="18326"/>
                </a:cubicBezTo>
                <a:cubicBezTo>
                  <a:pt x="27679" y="18396"/>
                  <a:pt x="28179" y="18420"/>
                  <a:pt x="28678" y="18420"/>
                </a:cubicBezTo>
                <a:cubicBezTo>
                  <a:pt x="29780" y="18420"/>
                  <a:pt x="30876" y="18302"/>
                  <a:pt x="31975" y="18302"/>
                </a:cubicBezTo>
                <a:cubicBezTo>
                  <a:pt x="32302" y="18302"/>
                  <a:pt x="32629" y="18313"/>
                  <a:pt x="32956" y="18340"/>
                </a:cubicBezTo>
                <a:cubicBezTo>
                  <a:pt x="33116" y="18353"/>
                  <a:pt x="33276" y="18358"/>
                  <a:pt x="33437" y="18358"/>
                </a:cubicBezTo>
                <a:cubicBezTo>
                  <a:pt x="34248" y="18358"/>
                  <a:pt x="35075" y="18218"/>
                  <a:pt x="35875" y="18211"/>
                </a:cubicBezTo>
                <a:cubicBezTo>
                  <a:pt x="36876" y="18201"/>
                  <a:pt x="37883" y="18049"/>
                  <a:pt x="38868" y="17976"/>
                </a:cubicBezTo>
                <a:cubicBezTo>
                  <a:pt x="39960" y="17896"/>
                  <a:pt x="41086" y="17840"/>
                  <a:pt x="42206" y="17464"/>
                </a:cubicBezTo>
                <a:cubicBezTo>
                  <a:pt x="43309" y="17094"/>
                  <a:pt x="43939" y="16372"/>
                  <a:pt x="44298" y="15291"/>
                </a:cubicBezTo>
                <a:cubicBezTo>
                  <a:pt x="44866" y="13584"/>
                  <a:pt x="45076" y="11739"/>
                  <a:pt x="45250" y="9907"/>
                </a:cubicBezTo>
                <a:cubicBezTo>
                  <a:pt x="45372" y="8645"/>
                  <a:pt x="45213" y="7379"/>
                  <a:pt x="45272" y="6103"/>
                </a:cubicBezTo>
                <a:cubicBezTo>
                  <a:pt x="45330" y="4792"/>
                  <a:pt x="44623" y="3782"/>
                  <a:pt x="43600" y="3109"/>
                </a:cubicBezTo>
                <a:cubicBezTo>
                  <a:pt x="42453" y="2354"/>
                  <a:pt x="41184" y="2105"/>
                  <a:pt x="40011" y="1534"/>
                </a:cubicBezTo>
                <a:cubicBezTo>
                  <a:pt x="38524" y="811"/>
                  <a:pt x="36963" y="841"/>
                  <a:pt x="35453" y="478"/>
                </a:cubicBezTo>
                <a:cubicBezTo>
                  <a:pt x="33457" y="1"/>
                  <a:pt x="31376" y="173"/>
                  <a:pt x="29332" y="69"/>
                </a:cubicBezTo>
                <a:cubicBezTo>
                  <a:pt x="28670" y="34"/>
                  <a:pt x="28006" y="23"/>
                  <a:pt x="27344" y="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prstDash val="lgDashDot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000" dirty="0" smtClean="0"/>
              <a:t>2. </a:t>
            </a:r>
            <a:r>
              <a:rPr lang="en-US" sz="2000" dirty="0" err="1" smtClean="0"/>
              <a:t>Iman</a:t>
            </a:r>
            <a:r>
              <a:rPr lang="en-US" sz="2000" dirty="0" smtClean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</a:t>
            </a:r>
            <a:r>
              <a:rPr lang="en-US" sz="2000" dirty="0" err="1"/>
              <a:t>malaikat</a:t>
            </a:r>
            <a:endParaRPr lang="id-ID" sz="2400" dirty="0"/>
          </a:p>
        </p:txBody>
      </p:sp>
      <p:sp>
        <p:nvSpPr>
          <p:cNvPr id="4" name="Google Shape;946;p33"/>
          <p:cNvSpPr/>
          <p:nvPr/>
        </p:nvSpPr>
        <p:spPr>
          <a:xfrm>
            <a:off x="115230" y="3638550"/>
            <a:ext cx="2895599" cy="857611"/>
          </a:xfrm>
          <a:custGeom>
            <a:avLst/>
            <a:gdLst/>
            <a:ahLst/>
            <a:cxnLst/>
            <a:rect l="l" t="t" r="r" b="b"/>
            <a:pathLst>
              <a:path w="45372" h="18584" extrusionOk="0">
                <a:moveTo>
                  <a:pt x="27344" y="23"/>
                </a:moveTo>
                <a:cubicBezTo>
                  <a:pt x="26604" y="23"/>
                  <a:pt x="25865" y="37"/>
                  <a:pt x="25130" y="49"/>
                </a:cubicBezTo>
                <a:cubicBezTo>
                  <a:pt x="24837" y="53"/>
                  <a:pt x="24544" y="55"/>
                  <a:pt x="24251" y="55"/>
                </a:cubicBezTo>
                <a:cubicBezTo>
                  <a:pt x="23558" y="55"/>
                  <a:pt x="22864" y="46"/>
                  <a:pt x="22171" y="46"/>
                </a:cubicBezTo>
                <a:cubicBezTo>
                  <a:pt x="21462" y="46"/>
                  <a:pt x="20752" y="55"/>
                  <a:pt x="20043" y="91"/>
                </a:cubicBezTo>
                <a:cubicBezTo>
                  <a:pt x="19329" y="126"/>
                  <a:pt x="18614" y="138"/>
                  <a:pt x="17899" y="138"/>
                </a:cubicBezTo>
                <a:cubicBezTo>
                  <a:pt x="16530" y="138"/>
                  <a:pt x="15159" y="95"/>
                  <a:pt x="13791" y="95"/>
                </a:cubicBezTo>
                <a:cubicBezTo>
                  <a:pt x="13446" y="95"/>
                  <a:pt x="13101" y="98"/>
                  <a:pt x="12757" y="105"/>
                </a:cubicBezTo>
                <a:cubicBezTo>
                  <a:pt x="11073" y="137"/>
                  <a:pt x="9389" y="559"/>
                  <a:pt x="7695" y="579"/>
                </a:cubicBezTo>
                <a:cubicBezTo>
                  <a:pt x="6747" y="590"/>
                  <a:pt x="5818" y="808"/>
                  <a:pt x="4873" y="845"/>
                </a:cubicBezTo>
                <a:cubicBezTo>
                  <a:pt x="3983" y="879"/>
                  <a:pt x="3043" y="1016"/>
                  <a:pt x="2155" y="1581"/>
                </a:cubicBezTo>
                <a:cubicBezTo>
                  <a:pt x="1466" y="2018"/>
                  <a:pt x="1155" y="2654"/>
                  <a:pt x="724" y="3316"/>
                </a:cubicBezTo>
                <a:cubicBezTo>
                  <a:pt x="240" y="4059"/>
                  <a:pt x="206" y="4854"/>
                  <a:pt x="193" y="5683"/>
                </a:cubicBezTo>
                <a:cubicBezTo>
                  <a:pt x="170" y="7285"/>
                  <a:pt x="0" y="8896"/>
                  <a:pt x="282" y="10408"/>
                </a:cubicBezTo>
                <a:cubicBezTo>
                  <a:pt x="200" y="11949"/>
                  <a:pt x="730" y="13214"/>
                  <a:pt x="1197" y="14472"/>
                </a:cubicBezTo>
                <a:cubicBezTo>
                  <a:pt x="1348" y="14878"/>
                  <a:pt x="1604" y="15362"/>
                  <a:pt x="1906" y="15645"/>
                </a:cubicBezTo>
                <a:cubicBezTo>
                  <a:pt x="2395" y="16101"/>
                  <a:pt x="2710" y="16980"/>
                  <a:pt x="3339" y="17024"/>
                </a:cubicBezTo>
                <a:cubicBezTo>
                  <a:pt x="4828" y="17126"/>
                  <a:pt x="6196" y="17864"/>
                  <a:pt x="7695" y="18019"/>
                </a:cubicBezTo>
                <a:cubicBezTo>
                  <a:pt x="9434" y="18200"/>
                  <a:pt x="11184" y="18382"/>
                  <a:pt x="12921" y="18459"/>
                </a:cubicBezTo>
                <a:cubicBezTo>
                  <a:pt x="14344" y="18523"/>
                  <a:pt x="15771" y="18584"/>
                  <a:pt x="17199" y="18584"/>
                </a:cubicBezTo>
                <a:cubicBezTo>
                  <a:pt x="17895" y="18584"/>
                  <a:pt x="18591" y="18569"/>
                  <a:pt x="19287" y="18534"/>
                </a:cubicBezTo>
                <a:cubicBezTo>
                  <a:pt x="20699" y="18464"/>
                  <a:pt x="22123" y="18478"/>
                  <a:pt x="23539" y="18458"/>
                </a:cubicBezTo>
                <a:cubicBezTo>
                  <a:pt x="24474" y="18445"/>
                  <a:pt x="25435" y="18274"/>
                  <a:pt x="26368" y="18274"/>
                </a:cubicBezTo>
                <a:cubicBezTo>
                  <a:pt x="26641" y="18274"/>
                  <a:pt x="26911" y="18288"/>
                  <a:pt x="27177" y="18326"/>
                </a:cubicBezTo>
                <a:cubicBezTo>
                  <a:pt x="27679" y="18396"/>
                  <a:pt x="28179" y="18420"/>
                  <a:pt x="28678" y="18420"/>
                </a:cubicBezTo>
                <a:cubicBezTo>
                  <a:pt x="29780" y="18420"/>
                  <a:pt x="30876" y="18302"/>
                  <a:pt x="31975" y="18302"/>
                </a:cubicBezTo>
                <a:cubicBezTo>
                  <a:pt x="32302" y="18302"/>
                  <a:pt x="32629" y="18313"/>
                  <a:pt x="32956" y="18340"/>
                </a:cubicBezTo>
                <a:cubicBezTo>
                  <a:pt x="33116" y="18353"/>
                  <a:pt x="33276" y="18358"/>
                  <a:pt x="33437" y="18358"/>
                </a:cubicBezTo>
                <a:cubicBezTo>
                  <a:pt x="34248" y="18358"/>
                  <a:pt x="35075" y="18218"/>
                  <a:pt x="35875" y="18211"/>
                </a:cubicBezTo>
                <a:cubicBezTo>
                  <a:pt x="36876" y="18201"/>
                  <a:pt x="37883" y="18049"/>
                  <a:pt x="38868" y="17976"/>
                </a:cubicBezTo>
                <a:cubicBezTo>
                  <a:pt x="39960" y="17896"/>
                  <a:pt x="41086" y="17840"/>
                  <a:pt x="42206" y="17464"/>
                </a:cubicBezTo>
                <a:cubicBezTo>
                  <a:pt x="43309" y="17094"/>
                  <a:pt x="43939" y="16372"/>
                  <a:pt x="44298" y="15291"/>
                </a:cubicBezTo>
                <a:cubicBezTo>
                  <a:pt x="44866" y="13584"/>
                  <a:pt x="45076" y="11739"/>
                  <a:pt x="45250" y="9907"/>
                </a:cubicBezTo>
                <a:cubicBezTo>
                  <a:pt x="45372" y="8645"/>
                  <a:pt x="45213" y="7379"/>
                  <a:pt x="45272" y="6103"/>
                </a:cubicBezTo>
                <a:cubicBezTo>
                  <a:pt x="45330" y="4792"/>
                  <a:pt x="44623" y="3782"/>
                  <a:pt x="43600" y="3109"/>
                </a:cubicBezTo>
                <a:cubicBezTo>
                  <a:pt x="42453" y="2354"/>
                  <a:pt x="41184" y="2105"/>
                  <a:pt x="40011" y="1534"/>
                </a:cubicBezTo>
                <a:cubicBezTo>
                  <a:pt x="38524" y="811"/>
                  <a:pt x="36963" y="841"/>
                  <a:pt x="35453" y="478"/>
                </a:cubicBezTo>
                <a:cubicBezTo>
                  <a:pt x="33457" y="1"/>
                  <a:pt x="31376" y="173"/>
                  <a:pt x="29332" y="69"/>
                </a:cubicBezTo>
                <a:cubicBezTo>
                  <a:pt x="28670" y="34"/>
                  <a:pt x="28006" y="23"/>
                  <a:pt x="27344" y="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prstDash val="lgDashDot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000" dirty="0" smtClean="0"/>
              <a:t>4. </a:t>
            </a:r>
            <a:r>
              <a:rPr lang="en-US" sz="2000" dirty="0" err="1" smtClean="0"/>
              <a:t>Iman</a:t>
            </a:r>
            <a:r>
              <a:rPr lang="en-US" sz="2000" dirty="0" smtClean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</a:t>
            </a:r>
            <a:r>
              <a:rPr lang="en-US" sz="2000" dirty="0" err="1" smtClean="0"/>
              <a:t>rasul</a:t>
            </a:r>
            <a:endParaRPr lang="id-ID" sz="2400" dirty="0"/>
          </a:p>
        </p:txBody>
      </p:sp>
      <p:sp>
        <p:nvSpPr>
          <p:cNvPr id="5" name="Google Shape;946;p33"/>
          <p:cNvSpPr/>
          <p:nvPr/>
        </p:nvSpPr>
        <p:spPr>
          <a:xfrm>
            <a:off x="3200401" y="3501631"/>
            <a:ext cx="2895599" cy="856852"/>
          </a:xfrm>
          <a:custGeom>
            <a:avLst/>
            <a:gdLst/>
            <a:ahLst/>
            <a:cxnLst/>
            <a:rect l="l" t="t" r="r" b="b"/>
            <a:pathLst>
              <a:path w="45372" h="18584" extrusionOk="0">
                <a:moveTo>
                  <a:pt x="27344" y="23"/>
                </a:moveTo>
                <a:cubicBezTo>
                  <a:pt x="26604" y="23"/>
                  <a:pt x="25865" y="37"/>
                  <a:pt x="25130" y="49"/>
                </a:cubicBezTo>
                <a:cubicBezTo>
                  <a:pt x="24837" y="53"/>
                  <a:pt x="24544" y="55"/>
                  <a:pt x="24251" y="55"/>
                </a:cubicBezTo>
                <a:cubicBezTo>
                  <a:pt x="23558" y="55"/>
                  <a:pt x="22864" y="46"/>
                  <a:pt x="22171" y="46"/>
                </a:cubicBezTo>
                <a:cubicBezTo>
                  <a:pt x="21462" y="46"/>
                  <a:pt x="20752" y="55"/>
                  <a:pt x="20043" y="91"/>
                </a:cubicBezTo>
                <a:cubicBezTo>
                  <a:pt x="19329" y="126"/>
                  <a:pt x="18614" y="138"/>
                  <a:pt x="17899" y="138"/>
                </a:cubicBezTo>
                <a:cubicBezTo>
                  <a:pt x="16530" y="138"/>
                  <a:pt x="15159" y="95"/>
                  <a:pt x="13791" y="95"/>
                </a:cubicBezTo>
                <a:cubicBezTo>
                  <a:pt x="13446" y="95"/>
                  <a:pt x="13101" y="98"/>
                  <a:pt x="12757" y="105"/>
                </a:cubicBezTo>
                <a:cubicBezTo>
                  <a:pt x="11073" y="137"/>
                  <a:pt x="9389" y="559"/>
                  <a:pt x="7695" y="579"/>
                </a:cubicBezTo>
                <a:cubicBezTo>
                  <a:pt x="6747" y="590"/>
                  <a:pt x="5818" y="808"/>
                  <a:pt x="4873" y="845"/>
                </a:cubicBezTo>
                <a:cubicBezTo>
                  <a:pt x="3983" y="879"/>
                  <a:pt x="3043" y="1016"/>
                  <a:pt x="2155" y="1581"/>
                </a:cubicBezTo>
                <a:cubicBezTo>
                  <a:pt x="1466" y="2018"/>
                  <a:pt x="1155" y="2654"/>
                  <a:pt x="724" y="3316"/>
                </a:cubicBezTo>
                <a:cubicBezTo>
                  <a:pt x="240" y="4059"/>
                  <a:pt x="206" y="4854"/>
                  <a:pt x="193" y="5683"/>
                </a:cubicBezTo>
                <a:cubicBezTo>
                  <a:pt x="170" y="7285"/>
                  <a:pt x="0" y="8896"/>
                  <a:pt x="282" y="10408"/>
                </a:cubicBezTo>
                <a:cubicBezTo>
                  <a:pt x="200" y="11949"/>
                  <a:pt x="730" y="13214"/>
                  <a:pt x="1197" y="14472"/>
                </a:cubicBezTo>
                <a:cubicBezTo>
                  <a:pt x="1348" y="14878"/>
                  <a:pt x="1604" y="15362"/>
                  <a:pt x="1906" y="15645"/>
                </a:cubicBezTo>
                <a:cubicBezTo>
                  <a:pt x="2395" y="16101"/>
                  <a:pt x="2710" y="16980"/>
                  <a:pt x="3339" y="17024"/>
                </a:cubicBezTo>
                <a:cubicBezTo>
                  <a:pt x="4828" y="17126"/>
                  <a:pt x="6196" y="17864"/>
                  <a:pt x="7695" y="18019"/>
                </a:cubicBezTo>
                <a:cubicBezTo>
                  <a:pt x="9434" y="18200"/>
                  <a:pt x="11184" y="18382"/>
                  <a:pt x="12921" y="18459"/>
                </a:cubicBezTo>
                <a:cubicBezTo>
                  <a:pt x="14344" y="18523"/>
                  <a:pt x="15771" y="18584"/>
                  <a:pt x="17199" y="18584"/>
                </a:cubicBezTo>
                <a:cubicBezTo>
                  <a:pt x="17895" y="18584"/>
                  <a:pt x="18591" y="18569"/>
                  <a:pt x="19287" y="18534"/>
                </a:cubicBezTo>
                <a:cubicBezTo>
                  <a:pt x="20699" y="18464"/>
                  <a:pt x="22123" y="18478"/>
                  <a:pt x="23539" y="18458"/>
                </a:cubicBezTo>
                <a:cubicBezTo>
                  <a:pt x="24474" y="18445"/>
                  <a:pt x="25435" y="18274"/>
                  <a:pt x="26368" y="18274"/>
                </a:cubicBezTo>
                <a:cubicBezTo>
                  <a:pt x="26641" y="18274"/>
                  <a:pt x="26911" y="18288"/>
                  <a:pt x="27177" y="18326"/>
                </a:cubicBezTo>
                <a:cubicBezTo>
                  <a:pt x="27679" y="18396"/>
                  <a:pt x="28179" y="18420"/>
                  <a:pt x="28678" y="18420"/>
                </a:cubicBezTo>
                <a:cubicBezTo>
                  <a:pt x="29780" y="18420"/>
                  <a:pt x="30876" y="18302"/>
                  <a:pt x="31975" y="18302"/>
                </a:cubicBezTo>
                <a:cubicBezTo>
                  <a:pt x="32302" y="18302"/>
                  <a:pt x="32629" y="18313"/>
                  <a:pt x="32956" y="18340"/>
                </a:cubicBezTo>
                <a:cubicBezTo>
                  <a:pt x="33116" y="18353"/>
                  <a:pt x="33276" y="18358"/>
                  <a:pt x="33437" y="18358"/>
                </a:cubicBezTo>
                <a:cubicBezTo>
                  <a:pt x="34248" y="18358"/>
                  <a:pt x="35075" y="18218"/>
                  <a:pt x="35875" y="18211"/>
                </a:cubicBezTo>
                <a:cubicBezTo>
                  <a:pt x="36876" y="18201"/>
                  <a:pt x="37883" y="18049"/>
                  <a:pt x="38868" y="17976"/>
                </a:cubicBezTo>
                <a:cubicBezTo>
                  <a:pt x="39960" y="17896"/>
                  <a:pt x="41086" y="17840"/>
                  <a:pt x="42206" y="17464"/>
                </a:cubicBezTo>
                <a:cubicBezTo>
                  <a:pt x="43309" y="17094"/>
                  <a:pt x="43939" y="16372"/>
                  <a:pt x="44298" y="15291"/>
                </a:cubicBezTo>
                <a:cubicBezTo>
                  <a:pt x="44866" y="13584"/>
                  <a:pt x="45076" y="11739"/>
                  <a:pt x="45250" y="9907"/>
                </a:cubicBezTo>
                <a:cubicBezTo>
                  <a:pt x="45372" y="8645"/>
                  <a:pt x="45213" y="7379"/>
                  <a:pt x="45272" y="6103"/>
                </a:cubicBezTo>
                <a:cubicBezTo>
                  <a:pt x="45330" y="4792"/>
                  <a:pt x="44623" y="3782"/>
                  <a:pt x="43600" y="3109"/>
                </a:cubicBezTo>
                <a:cubicBezTo>
                  <a:pt x="42453" y="2354"/>
                  <a:pt x="41184" y="2105"/>
                  <a:pt x="40011" y="1534"/>
                </a:cubicBezTo>
                <a:cubicBezTo>
                  <a:pt x="38524" y="811"/>
                  <a:pt x="36963" y="841"/>
                  <a:pt x="35453" y="478"/>
                </a:cubicBezTo>
                <a:cubicBezTo>
                  <a:pt x="33457" y="1"/>
                  <a:pt x="31376" y="173"/>
                  <a:pt x="29332" y="69"/>
                </a:cubicBezTo>
                <a:cubicBezTo>
                  <a:pt x="28670" y="34"/>
                  <a:pt x="28006" y="23"/>
                  <a:pt x="27344" y="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prstDash val="lgDashDot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000" dirty="0" smtClean="0"/>
              <a:t>5. </a:t>
            </a:r>
            <a:r>
              <a:rPr lang="en-US" sz="2000" dirty="0" err="1" smtClean="0"/>
              <a:t>Iman</a:t>
            </a:r>
            <a:r>
              <a:rPr lang="en-US" sz="2000" dirty="0" smtClean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</a:t>
            </a:r>
            <a:r>
              <a:rPr lang="en-US" sz="2000" dirty="0" err="1"/>
              <a:t>hari</a:t>
            </a:r>
            <a:r>
              <a:rPr lang="en-US" sz="2000" dirty="0"/>
              <a:t> </a:t>
            </a:r>
            <a:r>
              <a:rPr lang="en-US" sz="2000" dirty="0" err="1" smtClean="0"/>
              <a:t>akhir</a:t>
            </a:r>
            <a:endParaRPr lang="id-ID" sz="2400" dirty="0"/>
          </a:p>
        </p:txBody>
      </p:sp>
      <p:sp>
        <p:nvSpPr>
          <p:cNvPr id="6" name="Google Shape;946;p33"/>
          <p:cNvSpPr/>
          <p:nvPr/>
        </p:nvSpPr>
        <p:spPr>
          <a:xfrm>
            <a:off x="6096000" y="2338039"/>
            <a:ext cx="2895599" cy="938540"/>
          </a:xfrm>
          <a:custGeom>
            <a:avLst/>
            <a:gdLst/>
            <a:ahLst/>
            <a:cxnLst/>
            <a:rect l="l" t="t" r="r" b="b"/>
            <a:pathLst>
              <a:path w="45372" h="18584" extrusionOk="0">
                <a:moveTo>
                  <a:pt x="27344" y="23"/>
                </a:moveTo>
                <a:cubicBezTo>
                  <a:pt x="26604" y="23"/>
                  <a:pt x="25865" y="37"/>
                  <a:pt x="25130" y="49"/>
                </a:cubicBezTo>
                <a:cubicBezTo>
                  <a:pt x="24837" y="53"/>
                  <a:pt x="24544" y="55"/>
                  <a:pt x="24251" y="55"/>
                </a:cubicBezTo>
                <a:cubicBezTo>
                  <a:pt x="23558" y="55"/>
                  <a:pt x="22864" y="46"/>
                  <a:pt x="22171" y="46"/>
                </a:cubicBezTo>
                <a:cubicBezTo>
                  <a:pt x="21462" y="46"/>
                  <a:pt x="20752" y="55"/>
                  <a:pt x="20043" y="91"/>
                </a:cubicBezTo>
                <a:cubicBezTo>
                  <a:pt x="19329" y="126"/>
                  <a:pt x="18614" y="138"/>
                  <a:pt x="17899" y="138"/>
                </a:cubicBezTo>
                <a:cubicBezTo>
                  <a:pt x="16530" y="138"/>
                  <a:pt x="15159" y="95"/>
                  <a:pt x="13791" y="95"/>
                </a:cubicBezTo>
                <a:cubicBezTo>
                  <a:pt x="13446" y="95"/>
                  <a:pt x="13101" y="98"/>
                  <a:pt x="12757" y="105"/>
                </a:cubicBezTo>
                <a:cubicBezTo>
                  <a:pt x="11073" y="137"/>
                  <a:pt x="9389" y="559"/>
                  <a:pt x="7695" y="579"/>
                </a:cubicBezTo>
                <a:cubicBezTo>
                  <a:pt x="6747" y="590"/>
                  <a:pt x="5818" y="808"/>
                  <a:pt x="4873" y="845"/>
                </a:cubicBezTo>
                <a:cubicBezTo>
                  <a:pt x="3983" y="879"/>
                  <a:pt x="3043" y="1016"/>
                  <a:pt x="2155" y="1581"/>
                </a:cubicBezTo>
                <a:cubicBezTo>
                  <a:pt x="1466" y="2018"/>
                  <a:pt x="1155" y="2654"/>
                  <a:pt x="724" y="3316"/>
                </a:cubicBezTo>
                <a:cubicBezTo>
                  <a:pt x="240" y="4059"/>
                  <a:pt x="206" y="4854"/>
                  <a:pt x="193" y="5683"/>
                </a:cubicBezTo>
                <a:cubicBezTo>
                  <a:pt x="170" y="7285"/>
                  <a:pt x="0" y="8896"/>
                  <a:pt x="282" y="10408"/>
                </a:cubicBezTo>
                <a:cubicBezTo>
                  <a:pt x="200" y="11949"/>
                  <a:pt x="730" y="13214"/>
                  <a:pt x="1197" y="14472"/>
                </a:cubicBezTo>
                <a:cubicBezTo>
                  <a:pt x="1348" y="14878"/>
                  <a:pt x="1604" y="15362"/>
                  <a:pt x="1906" y="15645"/>
                </a:cubicBezTo>
                <a:cubicBezTo>
                  <a:pt x="2395" y="16101"/>
                  <a:pt x="2710" y="16980"/>
                  <a:pt x="3339" y="17024"/>
                </a:cubicBezTo>
                <a:cubicBezTo>
                  <a:pt x="4828" y="17126"/>
                  <a:pt x="6196" y="17864"/>
                  <a:pt x="7695" y="18019"/>
                </a:cubicBezTo>
                <a:cubicBezTo>
                  <a:pt x="9434" y="18200"/>
                  <a:pt x="11184" y="18382"/>
                  <a:pt x="12921" y="18459"/>
                </a:cubicBezTo>
                <a:cubicBezTo>
                  <a:pt x="14344" y="18523"/>
                  <a:pt x="15771" y="18584"/>
                  <a:pt x="17199" y="18584"/>
                </a:cubicBezTo>
                <a:cubicBezTo>
                  <a:pt x="17895" y="18584"/>
                  <a:pt x="18591" y="18569"/>
                  <a:pt x="19287" y="18534"/>
                </a:cubicBezTo>
                <a:cubicBezTo>
                  <a:pt x="20699" y="18464"/>
                  <a:pt x="22123" y="18478"/>
                  <a:pt x="23539" y="18458"/>
                </a:cubicBezTo>
                <a:cubicBezTo>
                  <a:pt x="24474" y="18445"/>
                  <a:pt x="25435" y="18274"/>
                  <a:pt x="26368" y="18274"/>
                </a:cubicBezTo>
                <a:cubicBezTo>
                  <a:pt x="26641" y="18274"/>
                  <a:pt x="26911" y="18288"/>
                  <a:pt x="27177" y="18326"/>
                </a:cubicBezTo>
                <a:cubicBezTo>
                  <a:pt x="27679" y="18396"/>
                  <a:pt x="28179" y="18420"/>
                  <a:pt x="28678" y="18420"/>
                </a:cubicBezTo>
                <a:cubicBezTo>
                  <a:pt x="29780" y="18420"/>
                  <a:pt x="30876" y="18302"/>
                  <a:pt x="31975" y="18302"/>
                </a:cubicBezTo>
                <a:cubicBezTo>
                  <a:pt x="32302" y="18302"/>
                  <a:pt x="32629" y="18313"/>
                  <a:pt x="32956" y="18340"/>
                </a:cubicBezTo>
                <a:cubicBezTo>
                  <a:pt x="33116" y="18353"/>
                  <a:pt x="33276" y="18358"/>
                  <a:pt x="33437" y="18358"/>
                </a:cubicBezTo>
                <a:cubicBezTo>
                  <a:pt x="34248" y="18358"/>
                  <a:pt x="35075" y="18218"/>
                  <a:pt x="35875" y="18211"/>
                </a:cubicBezTo>
                <a:cubicBezTo>
                  <a:pt x="36876" y="18201"/>
                  <a:pt x="37883" y="18049"/>
                  <a:pt x="38868" y="17976"/>
                </a:cubicBezTo>
                <a:cubicBezTo>
                  <a:pt x="39960" y="17896"/>
                  <a:pt x="41086" y="17840"/>
                  <a:pt x="42206" y="17464"/>
                </a:cubicBezTo>
                <a:cubicBezTo>
                  <a:pt x="43309" y="17094"/>
                  <a:pt x="43939" y="16372"/>
                  <a:pt x="44298" y="15291"/>
                </a:cubicBezTo>
                <a:cubicBezTo>
                  <a:pt x="44866" y="13584"/>
                  <a:pt x="45076" y="11739"/>
                  <a:pt x="45250" y="9907"/>
                </a:cubicBezTo>
                <a:cubicBezTo>
                  <a:pt x="45372" y="8645"/>
                  <a:pt x="45213" y="7379"/>
                  <a:pt x="45272" y="6103"/>
                </a:cubicBezTo>
                <a:cubicBezTo>
                  <a:pt x="45330" y="4792"/>
                  <a:pt x="44623" y="3782"/>
                  <a:pt x="43600" y="3109"/>
                </a:cubicBezTo>
                <a:cubicBezTo>
                  <a:pt x="42453" y="2354"/>
                  <a:pt x="41184" y="2105"/>
                  <a:pt x="40011" y="1534"/>
                </a:cubicBezTo>
                <a:cubicBezTo>
                  <a:pt x="38524" y="811"/>
                  <a:pt x="36963" y="841"/>
                  <a:pt x="35453" y="478"/>
                </a:cubicBezTo>
                <a:cubicBezTo>
                  <a:pt x="33457" y="1"/>
                  <a:pt x="31376" y="173"/>
                  <a:pt x="29332" y="69"/>
                </a:cubicBezTo>
                <a:cubicBezTo>
                  <a:pt x="28670" y="34"/>
                  <a:pt x="28006" y="23"/>
                  <a:pt x="27344" y="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prstDash val="lgDashDot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dirty="0" smtClean="0"/>
              <a:t>3. </a:t>
            </a:r>
            <a:r>
              <a:rPr lang="en-US" dirty="0" err="1" smtClean="0"/>
              <a:t>Iman</a:t>
            </a:r>
            <a:r>
              <a:rPr lang="en-US" dirty="0" smtClean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kitab-kitab</a:t>
            </a:r>
            <a:endParaRPr lang="id-ID" sz="2000" dirty="0"/>
          </a:p>
        </p:txBody>
      </p:sp>
      <p:sp>
        <p:nvSpPr>
          <p:cNvPr id="7" name="Google Shape;946;p33"/>
          <p:cNvSpPr/>
          <p:nvPr/>
        </p:nvSpPr>
        <p:spPr>
          <a:xfrm>
            <a:off x="6096000" y="3543697"/>
            <a:ext cx="2895599" cy="856852"/>
          </a:xfrm>
          <a:custGeom>
            <a:avLst/>
            <a:gdLst/>
            <a:ahLst/>
            <a:cxnLst/>
            <a:rect l="l" t="t" r="r" b="b"/>
            <a:pathLst>
              <a:path w="45372" h="18584" extrusionOk="0">
                <a:moveTo>
                  <a:pt x="27344" y="23"/>
                </a:moveTo>
                <a:cubicBezTo>
                  <a:pt x="26604" y="23"/>
                  <a:pt x="25865" y="37"/>
                  <a:pt x="25130" y="49"/>
                </a:cubicBezTo>
                <a:cubicBezTo>
                  <a:pt x="24837" y="53"/>
                  <a:pt x="24544" y="55"/>
                  <a:pt x="24251" y="55"/>
                </a:cubicBezTo>
                <a:cubicBezTo>
                  <a:pt x="23558" y="55"/>
                  <a:pt x="22864" y="46"/>
                  <a:pt x="22171" y="46"/>
                </a:cubicBezTo>
                <a:cubicBezTo>
                  <a:pt x="21462" y="46"/>
                  <a:pt x="20752" y="55"/>
                  <a:pt x="20043" y="91"/>
                </a:cubicBezTo>
                <a:cubicBezTo>
                  <a:pt x="19329" y="126"/>
                  <a:pt x="18614" y="138"/>
                  <a:pt x="17899" y="138"/>
                </a:cubicBezTo>
                <a:cubicBezTo>
                  <a:pt x="16530" y="138"/>
                  <a:pt x="15159" y="95"/>
                  <a:pt x="13791" y="95"/>
                </a:cubicBezTo>
                <a:cubicBezTo>
                  <a:pt x="13446" y="95"/>
                  <a:pt x="13101" y="98"/>
                  <a:pt x="12757" y="105"/>
                </a:cubicBezTo>
                <a:cubicBezTo>
                  <a:pt x="11073" y="137"/>
                  <a:pt x="9389" y="559"/>
                  <a:pt x="7695" y="579"/>
                </a:cubicBezTo>
                <a:cubicBezTo>
                  <a:pt x="6747" y="590"/>
                  <a:pt x="5818" y="808"/>
                  <a:pt x="4873" y="845"/>
                </a:cubicBezTo>
                <a:cubicBezTo>
                  <a:pt x="3983" y="879"/>
                  <a:pt x="3043" y="1016"/>
                  <a:pt x="2155" y="1581"/>
                </a:cubicBezTo>
                <a:cubicBezTo>
                  <a:pt x="1466" y="2018"/>
                  <a:pt x="1155" y="2654"/>
                  <a:pt x="724" y="3316"/>
                </a:cubicBezTo>
                <a:cubicBezTo>
                  <a:pt x="240" y="4059"/>
                  <a:pt x="206" y="4854"/>
                  <a:pt x="193" y="5683"/>
                </a:cubicBezTo>
                <a:cubicBezTo>
                  <a:pt x="170" y="7285"/>
                  <a:pt x="0" y="8896"/>
                  <a:pt x="282" y="10408"/>
                </a:cubicBezTo>
                <a:cubicBezTo>
                  <a:pt x="200" y="11949"/>
                  <a:pt x="730" y="13214"/>
                  <a:pt x="1197" y="14472"/>
                </a:cubicBezTo>
                <a:cubicBezTo>
                  <a:pt x="1348" y="14878"/>
                  <a:pt x="1604" y="15362"/>
                  <a:pt x="1906" y="15645"/>
                </a:cubicBezTo>
                <a:cubicBezTo>
                  <a:pt x="2395" y="16101"/>
                  <a:pt x="2710" y="16980"/>
                  <a:pt x="3339" y="17024"/>
                </a:cubicBezTo>
                <a:cubicBezTo>
                  <a:pt x="4828" y="17126"/>
                  <a:pt x="6196" y="17864"/>
                  <a:pt x="7695" y="18019"/>
                </a:cubicBezTo>
                <a:cubicBezTo>
                  <a:pt x="9434" y="18200"/>
                  <a:pt x="11184" y="18382"/>
                  <a:pt x="12921" y="18459"/>
                </a:cubicBezTo>
                <a:cubicBezTo>
                  <a:pt x="14344" y="18523"/>
                  <a:pt x="15771" y="18584"/>
                  <a:pt x="17199" y="18584"/>
                </a:cubicBezTo>
                <a:cubicBezTo>
                  <a:pt x="17895" y="18584"/>
                  <a:pt x="18591" y="18569"/>
                  <a:pt x="19287" y="18534"/>
                </a:cubicBezTo>
                <a:cubicBezTo>
                  <a:pt x="20699" y="18464"/>
                  <a:pt x="22123" y="18478"/>
                  <a:pt x="23539" y="18458"/>
                </a:cubicBezTo>
                <a:cubicBezTo>
                  <a:pt x="24474" y="18445"/>
                  <a:pt x="25435" y="18274"/>
                  <a:pt x="26368" y="18274"/>
                </a:cubicBezTo>
                <a:cubicBezTo>
                  <a:pt x="26641" y="18274"/>
                  <a:pt x="26911" y="18288"/>
                  <a:pt x="27177" y="18326"/>
                </a:cubicBezTo>
                <a:cubicBezTo>
                  <a:pt x="27679" y="18396"/>
                  <a:pt x="28179" y="18420"/>
                  <a:pt x="28678" y="18420"/>
                </a:cubicBezTo>
                <a:cubicBezTo>
                  <a:pt x="29780" y="18420"/>
                  <a:pt x="30876" y="18302"/>
                  <a:pt x="31975" y="18302"/>
                </a:cubicBezTo>
                <a:cubicBezTo>
                  <a:pt x="32302" y="18302"/>
                  <a:pt x="32629" y="18313"/>
                  <a:pt x="32956" y="18340"/>
                </a:cubicBezTo>
                <a:cubicBezTo>
                  <a:pt x="33116" y="18353"/>
                  <a:pt x="33276" y="18358"/>
                  <a:pt x="33437" y="18358"/>
                </a:cubicBezTo>
                <a:cubicBezTo>
                  <a:pt x="34248" y="18358"/>
                  <a:pt x="35075" y="18218"/>
                  <a:pt x="35875" y="18211"/>
                </a:cubicBezTo>
                <a:cubicBezTo>
                  <a:pt x="36876" y="18201"/>
                  <a:pt x="37883" y="18049"/>
                  <a:pt x="38868" y="17976"/>
                </a:cubicBezTo>
                <a:cubicBezTo>
                  <a:pt x="39960" y="17896"/>
                  <a:pt x="41086" y="17840"/>
                  <a:pt x="42206" y="17464"/>
                </a:cubicBezTo>
                <a:cubicBezTo>
                  <a:pt x="43309" y="17094"/>
                  <a:pt x="43939" y="16372"/>
                  <a:pt x="44298" y="15291"/>
                </a:cubicBezTo>
                <a:cubicBezTo>
                  <a:pt x="44866" y="13584"/>
                  <a:pt x="45076" y="11739"/>
                  <a:pt x="45250" y="9907"/>
                </a:cubicBezTo>
                <a:cubicBezTo>
                  <a:pt x="45372" y="8645"/>
                  <a:pt x="45213" y="7379"/>
                  <a:pt x="45272" y="6103"/>
                </a:cubicBezTo>
                <a:cubicBezTo>
                  <a:pt x="45330" y="4792"/>
                  <a:pt x="44623" y="3782"/>
                  <a:pt x="43600" y="3109"/>
                </a:cubicBezTo>
                <a:cubicBezTo>
                  <a:pt x="42453" y="2354"/>
                  <a:pt x="41184" y="2105"/>
                  <a:pt x="40011" y="1534"/>
                </a:cubicBezTo>
                <a:cubicBezTo>
                  <a:pt x="38524" y="811"/>
                  <a:pt x="36963" y="841"/>
                  <a:pt x="35453" y="478"/>
                </a:cubicBezTo>
                <a:cubicBezTo>
                  <a:pt x="33457" y="1"/>
                  <a:pt x="31376" y="173"/>
                  <a:pt x="29332" y="69"/>
                </a:cubicBezTo>
                <a:cubicBezTo>
                  <a:pt x="28670" y="34"/>
                  <a:pt x="28006" y="23"/>
                  <a:pt x="27344" y="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prstDash val="lgDashDot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000" dirty="0" smtClean="0"/>
              <a:t>6. </a:t>
            </a:r>
            <a:r>
              <a:rPr lang="en-US" sz="2000" dirty="0" err="1" smtClean="0"/>
              <a:t>Iman</a:t>
            </a:r>
            <a:r>
              <a:rPr lang="en-US" sz="2000" dirty="0" smtClean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</a:t>
            </a:r>
            <a:r>
              <a:rPr lang="en-US" sz="2000" dirty="0" err="1"/>
              <a:t>qada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 smtClean="0"/>
              <a:t>qadar</a:t>
            </a:r>
            <a:endParaRPr lang="id-ID" sz="2400" dirty="0"/>
          </a:p>
        </p:txBody>
      </p:sp>
      <p:sp>
        <p:nvSpPr>
          <p:cNvPr id="8" name="Google Shape;946;p33"/>
          <p:cNvSpPr/>
          <p:nvPr/>
        </p:nvSpPr>
        <p:spPr>
          <a:xfrm>
            <a:off x="115229" y="2343150"/>
            <a:ext cx="2895599" cy="933429"/>
          </a:xfrm>
          <a:custGeom>
            <a:avLst/>
            <a:gdLst/>
            <a:ahLst/>
            <a:cxnLst/>
            <a:rect l="l" t="t" r="r" b="b"/>
            <a:pathLst>
              <a:path w="45372" h="18584" extrusionOk="0">
                <a:moveTo>
                  <a:pt x="27344" y="23"/>
                </a:moveTo>
                <a:cubicBezTo>
                  <a:pt x="26604" y="23"/>
                  <a:pt x="25865" y="37"/>
                  <a:pt x="25130" y="49"/>
                </a:cubicBezTo>
                <a:cubicBezTo>
                  <a:pt x="24837" y="53"/>
                  <a:pt x="24544" y="55"/>
                  <a:pt x="24251" y="55"/>
                </a:cubicBezTo>
                <a:cubicBezTo>
                  <a:pt x="23558" y="55"/>
                  <a:pt x="22864" y="46"/>
                  <a:pt x="22171" y="46"/>
                </a:cubicBezTo>
                <a:cubicBezTo>
                  <a:pt x="21462" y="46"/>
                  <a:pt x="20752" y="55"/>
                  <a:pt x="20043" y="91"/>
                </a:cubicBezTo>
                <a:cubicBezTo>
                  <a:pt x="19329" y="126"/>
                  <a:pt x="18614" y="138"/>
                  <a:pt x="17899" y="138"/>
                </a:cubicBezTo>
                <a:cubicBezTo>
                  <a:pt x="16530" y="138"/>
                  <a:pt x="15159" y="95"/>
                  <a:pt x="13791" y="95"/>
                </a:cubicBezTo>
                <a:cubicBezTo>
                  <a:pt x="13446" y="95"/>
                  <a:pt x="13101" y="98"/>
                  <a:pt x="12757" y="105"/>
                </a:cubicBezTo>
                <a:cubicBezTo>
                  <a:pt x="11073" y="137"/>
                  <a:pt x="9389" y="559"/>
                  <a:pt x="7695" y="579"/>
                </a:cubicBezTo>
                <a:cubicBezTo>
                  <a:pt x="6747" y="590"/>
                  <a:pt x="5818" y="808"/>
                  <a:pt x="4873" y="845"/>
                </a:cubicBezTo>
                <a:cubicBezTo>
                  <a:pt x="3983" y="879"/>
                  <a:pt x="3043" y="1016"/>
                  <a:pt x="2155" y="1581"/>
                </a:cubicBezTo>
                <a:cubicBezTo>
                  <a:pt x="1466" y="2018"/>
                  <a:pt x="1155" y="2654"/>
                  <a:pt x="724" y="3316"/>
                </a:cubicBezTo>
                <a:cubicBezTo>
                  <a:pt x="240" y="4059"/>
                  <a:pt x="206" y="4854"/>
                  <a:pt x="193" y="5683"/>
                </a:cubicBezTo>
                <a:cubicBezTo>
                  <a:pt x="170" y="7285"/>
                  <a:pt x="0" y="8896"/>
                  <a:pt x="282" y="10408"/>
                </a:cubicBezTo>
                <a:cubicBezTo>
                  <a:pt x="200" y="11949"/>
                  <a:pt x="730" y="13214"/>
                  <a:pt x="1197" y="14472"/>
                </a:cubicBezTo>
                <a:cubicBezTo>
                  <a:pt x="1348" y="14878"/>
                  <a:pt x="1604" y="15362"/>
                  <a:pt x="1906" y="15645"/>
                </a:cubicBezTo>
                <a:cubicBezTo>
                  <a:pt x="2395" y="16101"/>
                  <a:pt x="2710" y="16980"/>
                  <a:pt x="3339" y="17024"/>
                </a:cubicBezTo>
                <a:cubicBezTo>
                  <a:pt x="4828" y="17126"/>
                  <a:pt x="6196" y="17864"/>
                  <a:pt x="7695" y="18019"/>
                </a:cubicBezTo>
                <a:cubicBezTo>
                  <a:pt x="9434" y="18200"/>
                  <a:pt x="11184" y="18382"/>
                  <a:pt x="12921" y="18459"/>
                </a:cubicBezTo>
                <a:cubicBezTo>
                  <a:pt x="14344" y="18523"/>
                  <a:pt x="15771" y="18584"/>
                  <a:pt x="17199" y="18584"/>
                </a:cubicBezTo>
                <a:cubicBezTo>
                  <a:pt x="17895" y="18584"/>
                  <a:pt x="18591" y="18569"/>
                  <a:pt x="19287" y="18534"/>
                </a:cubicBezTo>
                <a:cubicBezTo>
                  <a:pt x="20699" y="18464"/>
                  <a:pt x="22123" y="18478"/>
                  <a:pt x="23539" y="18458"/>
                </a:cubicBezTo>
                <a:cubicBezTo>
                  <a:pt x="24474" y="18445"/>
                  <a:pt x="25435" y="18274"/>
                  <a:pt x="26368" y="18274"/>
                </a:cubicBezTo>
                <a:cubicBezTo>
                  <a:pt x="26641" y="18274"/>
                  <a:pt x="26911" y="18288"/>
                  <a:pt x="27177" y="18326"/>
                </a:cubicBezTo>
                <a:cubicBezTo>
                  <a:pt x="27679" y="18396"/>
                  <a:pt x="28179" y="18420"/>
                  <a:pt x="28678" y="18420"/>
                </a:cubicBezTo>
                <a:cubicBezTo>
                  <a:pt x="29780" y="18420"/>
                  <a:pt x="30876" y="18302"/>
                  <a:pt x="31975" y="18302"/>
                </a:cubicBezTo>
                <a:cubicBezTo>
                  <a:pt x="32302" y="18302"/>
                  <a:pt x="32629" y="18313"/>
                  <a:pt x="32956" y="18340"/>
                </a:cubicBezTo>
                <a:cubicBezTo>
                  <a:pt x="33116" y="18353"/>
                  <a:pt x="33276" y="18358"/>
                  <a:pt x="33437" y="18358"/>
                </a:cubicBezTo>
                <a:cubicBezTo>
                  <a:pt x="34248" y="18358"/>
                  <a:pt x="35075" y="18218"/>
                  <a:pt x="35875" y="18211"/>
                </a:cubicBezTo>
                <a:cubicBezTo>
                  <a:pt x="36876" y="18201"/>
                  <a:pt x="37883" y="18049"/>
                  <a:pt x="38868" y="17976"/>
                </a:cubicBezTo>
                <a:cubicBezTo>
                  <a:pt x="39960" y="17896"/>
                  <a:pt x="41086" y="17840"/>
                  <a:pt x="42206" y="17464"/>
                </a:cubicBezTo>
                <a:cubicBezTo>
                  <a:pt x="43309" y="17094"/>
                  <a:pt x="43939" y="16372"/>
                  <a:pt x="44298" y="15291"/>
                </a:cubicBezTo>
                <a:cubicBezTo>
                  <a:pt x="44866" y="13584"/>
                  <a:pt x="45076" y="11739"/>
                  <a:pt x="45250" y="9907"/>
                </a:cubicBezTo>
                <a:cubicBezTo>
                  <a:pt x="45372" y="8645"/>
                  <a:pt x="45213" y="7379"/>
                  <a:pt x="45272" y="6103"/>
                </a:cubicBezTo>
                <a:cubicBezTo>
                  <a:pt x="45330" y="4792"/>
                  <a:pt x="44623" y="3782"/>
                  <a:pt x="43600" y="3109"/>
                </a:cubicBezTo>
                <a:cubicBezTo>
                  <a:pt x="42453" y="2354"/>
                  <a:pt x="41184" y="2105"/>
                  <a:pt x="40011" y="1534"/>
                </a:cubicBezTo>
                <a:cubicBezTo>
                  <a:pt x="38524" y="811"/>
                  <a:pt x="36963" y="841"/>
                  <a:pt x="35453" y="478"/>
                </a:cubicBezTo>
                <a:cubicBezTo>
                  <a:pt x="33457" y="1"/>
                  <a:pt x="31376" y="173"/>
                  <a:pt x="29332" y="69"/>
                </a:cubicBezTo>
                <a:cubicBezTo>
                  <a:pt x="28670" y="34"/>
                  <a:pt x="28006" y="23"/>
                  <a:pt x="27344" y="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prstDash val="lgDashDot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000" dirty="0" smtClean="0"/>
              <a:t>1. </a:t>
            </a:r>
            <a:r>
              <a:rPr lang="en-US" sz="2000" dirty="0" err="1" smtClean="0"/>
              <a:t>Iman</a:t>
            </a:r>
            <a:r>
              <a:rPr lang="en-US" sz="2000" dirty="0" smtClean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A</a:t>
            </a:r>
            <a:r>
              <a:rPr lang="en-US" sz="2000" dirty="0" smtClean="0"/>
              <a:t>llah </a:t>
            </a:r>
            <a:r>
              <a:rPr lang="en-US" sz="2000" dirty="0" err="1" smtClean="0"/>
              <a:t>Swt</a:t>
            </a:r>
            <a:r>
              <a:rPr lang="en-US" sz="2000" dirty="0" smtClean="0"/>
              <a:t>.</a:t>
            </a:r>
            <a:endParaRPr lang="id-ID" sz="2000" dirty="0"/>
          </a:p>
        </p:txBody>
      </p:sp>
      <p:sp>
        <p:nvSpPr>
          <p:cNvPr id="2" name="Rectangle 1"/>
          <p:cNvSpPr/>
          <p:nvPr/>
        </p:nvSpPr>
        <p:spPr>
          <a:xfrm>
            <a:off x="115230" y="772606"/>
            <a:ext cx="5136997" cy="1713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artinya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C0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percaya</a:t>
            </a:r>
            <a:r>
              <a:rPr lang="en-US" sz="3200" b="1" dirty="0" smtClean="0">
                <a:solidFill>
                  <a:srgbClr val="00C0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Umat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muslim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wajib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percaya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kepada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rukun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Rukun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800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8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87803" y="224538"/>
            <a:ext cx="32004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Rukun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Iman</a:t>
            </a:r>
            <a:endParaRPr lang="en-US" sz="24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435" y="161550"/>
            <a:ext cx="2555308" cy="221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3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2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izontal Scroll 1"/>
          <p:cNvSpPr/>
          <p:nvPr/>
        </p:nvSpPr>
        <p:spPr>
          <a:xfrm>
            <a:off x="3044815" y="0"/>
            <a:ext cx="2517785" cy="43815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Lagu Rukun Iman</a:t>
            </a:r>
            <a:endParaRPr lang="id-ID" dirty="0"/>
          </a:p>
        </p:txBody>
      </p:sp>
      <p:pic>
        <p:nvPicPr>
          <p:cNvPr id="3" name="LAGU ANAK ISLAMI _RUKUN IMAN_ GUBAHAN LAGU BINTANG KECIL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799" y="438151"/>
            <a:ext cx="8635609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7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28" y="438150"/>
            <a:ext cx="4486486" cy="404484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295400" y="1956110"/>
            <a:ext cx="2961628" cy="198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Ada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dirty="0" err="1"/>
              <a:t>jenis</a:t>
            </a:r>
            <a:r>
              <a:rPr lang="en-US" sz="2000" dirty="0"/>
              <a:t> </a:t>
            </a:r>
            <a:r>
              <a:rPr lang="en-US" sz="2000" dirty="0" err="1"/>
              <a:t>hewan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 smtClean="0"/>
              <a:t>tumbuhan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/>
              <a:t>Ada </a:t>
            </a:r>
            <a:r>
              <a:rPr lang="en-US" sz="2000" dirty="0" err="1"/>
              <a:t>juga</a:t>
            </a:r>
            <a:r>
              <a:rPr lang="en-US" sz="2000" dirty="0"/>
              <a:t> </a:t>
            </a:r>
            <a:r>
              <a:rPr lang="en-US" sz="2000" dirty="0" err="1"/>
              <a:t>sungai</a:t>
            </a:r>
            <a:r>
              <a:rPr lang="en-US" sz="2000" dirty="0"/>
              <a:t>, </a:t>
            </a:r>
            <a:r>
              <a:rPr lang="en-US" sz="2000" dirty="0" err="1"/>
              <a:t>gunung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lautan</a:t>
            </a:r>
            <a:endParaRPr lang="en-US" sz="2000" dirty="0"/>
          </a:p>
          <a:p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itu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ciptaan</a:t>
            </a:r>
            <a:r>
              <a:rPr lang="en-US" sz="2000" dirty="0"/>
              <a:t> A</a:t>
            </a:r>
            <a:r>
              <a:rPr lang="en-US" sz="2000" dirty="0" smtClean="0"/>
              <a:t>llah </a:t>
            </a:r>
            <a:r>
              <a:rPr lang="en-US" sz="2000" dirty="0" err="1"/>
              <a:t>S</a:t>
            </a:r>
            <a:r>
              <a:rPr lang="en-US" sz="2000" dirty="0" err="1" smtClean="0"/>
              <a:t>wt</a:t>
            </a:r>
            <a:r>
              <a:rPr lang="en-US" sz="2000" dirty="0"/>
              <a:t>.</a:t>
            </a:r>
          </a:p>
          <a:p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807594" y="1127074"/>
            <a:ext cx="4184006" cy="2667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Kita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beriman</a:t>
            </a:r>
            <a:r>
              <a:rPr lang="en-US" sz="2000" dirty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A</a:t>
            </a:r>
            <a:r>
              <a:rPr lang="en-US" sz="2000" dirty="0" smtClean="0"/>
              <a:t>llah </a:t>
            </a:r>
            <a:r>
              <a:rPr lang="en-US" sz="2000" dirty="0" err="1"/>
              <a:t>Swt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err="1"/>
              <a:t>I</a:t>
            </a:r>
            <a:r>
              <a:rPr lang="en-US" sz="2000" dirty="0" err="1" smtClean="0"/>
              <a:t>man</a:t>
            </a:r>
            <a:r>
              <a:rPr lang="en-US" sz="2000" dirty="0" smtClean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Allah </a:t>
            </a:r>
            <a:r>
              <a:rPr lang="en-US" sz="2000" dirty="0" err="1"/>
              <a:t>Swt</a:t>
            </a:r>
            <a:r>
              <a:rPr lang="en-US" sz="2000" dirty="0"/>
              <a:t>. </a:t>
            </a:r>
            <a:r>
              <a:rPr lang="en-US" sz="2000" dirty="0" err="1"/>
              <a:t>artinya</a:t>
            </a:r>
            <a:r>
              <a:rPr lang="en-US" sz="2000" dirty="0"/>
              <a:t> </a:t>
            </a:r>
            <a:r>
              <a:rPr lang="en-US" sz="2000" dirty="0" err="1" smtClean="0"/>
              <a:t>percaya</a:t>
            </a:r>
            <a:r>
              <a:rPr lang="en-US" sz="2000" dirty="0" smtClean="0"/>
              <a:t> </a:t>
            </a:r>
            <a:r>
              <a:rPr lang="en-US" sz="2000" dirty="0" err="1" smtClean="0"/>
              <a:t>bahwa</a:t>
            </a:r>
            <a:r>
              <a:rPr lang="en-US" sz="2000" dirty="0" smtClean="0"/>
              <a:t> </a:t>
            </a:r>
            <a:r>
              <a:rPr lang="en-US" sz="2000" dirty="0"/>
              <a:t>A</a:t>
            </a:r>
            <a:r>
              <a:rPr lang="en-US" sz="2000" dirty="0" smtClean="0"/>
              <a:t>llah </a:t>
            </a:r>
            <a:r>
              <a:rPr lang="en-US" sz="2000" dirty="0" err="1"/>
              <a:t>S</a:t>
            </a:r>
            <a:r>
              <a:rPr lang="en-US" sz="2000" dirty="0" err="1" smtClean="0"/>
              <a:t>wt</a:t>
            </a:r>
            <a:r>
              <a:rPr lang="en-US" sz="2000" dirty="0"/>
              <a:t>. </a:t>
            </a:r>
            <a:r>
              <a:rPr lang="en-US" sz="2000" dirty="0" err="1"/>
              <a:t>itu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.</a:t>
            </a:r>
          </a:p>
          <a:p>
            <a:r>
              <a:rPr lang="en-US" sz="2000" dirty="0"/>
              <a:t>Hal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dibuktikan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alam</a:t>
            </a:r>
            <a:r>
              <a:rPr lang="en-US" sz="2000" dirty="0"/>
              <a:t> </a:t>
            </a:r>
            <a:r>
              <a:rPr lang="en-US" sz="2000" dirty="0" err="1"/>
              <a:t>semesta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</a:t>
            </a:r>
            <a:r>
              <a:rPr lang="en-US" sz="2000" dirty="0" err="1"/>
              <a:t>isinya</a:t>
            </a:r>
            <a:r>
              <a:rPr lang="en-US" sz="2000" dirty="0"/>
              <a:t>.</a:t>
            </a:r>
          </a:p>
          <a:p>
            <a:r>
              <a:rPr lang="en-US" sz="2000" dirty="0" err="1" smtClean="0"/>
              <a:t>Jadi</a:t>
            </a:r>
            <a:r>
              <a:rPr lang="en-US" sz="2000" dirty="0" smtClean="0"/>
              <a:t>,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 smtClean="0"/>
              <a:t>mengenal</a:t>
            </a:r>
            <a:r>
              <a:rPr lang="en-US" sz="2000" dirty="0"/>
              <a:t> </a:t>
            </a:r>
            <a:r>
              <a:rPr lang="en-US" sz="2000" dirty="0" smtClean="0"/>
              <a:t>Allah </a:t>
            </a:r>
            <a:r>
              <a:rPr lang="en-US" sz="2000" dirty="0" err="1" smtClean="0"/>
              <a:t>Swt</a:t>
            </a:r>
            <a:r>
              <a:rPr lang="en-US" sz="2000" dirty="0"/>
              <a:t>.</a:t>
            </a:r>
            <a:r>
              <a:rPr lang="en-US" sz="2000" dirty="0" smtClean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ciptaannya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953000" y="395047"/>
            <a:ext cx="32004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Iman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Kepada</a:t>
            </a:r>
            <a:r>
              <a:rPr lang="en-US" sz="2400" b="1" dirty="0" smtClean="0">
                <a:solidFill>
                  <a:schemeClr val="tx1"/>
                </a:solidFill>
              </a:rPr>
              <a:t> Allah </a:t>
            </a:r>
            <a:r>
              <a:rPr lang="en-US" sz="2400" b="1" dirty="0" err="1" smtClean="0">
                <a:solidFill>
                  <a:schemeClr val="tx1"/>
                </a:solidFill>
              </a:rPr>
              <a:t>Swt</a:t>
            </a:r>
            <a:r>
              <a:rPr lang="en-US" sz="2400" b="1" dirty="0" smtClean="0">
                <a:solidFill>
                  <a:schemeClr val="tx1"/>
                </a:solidFill>
              </a:rPr>
              <a:t>.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3908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-212159"/>
            <a:ext cx="5867400" cy="482566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362200" y="1276350"/>
            <a:ext cx="4267200" cy="198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93297" y="841495"/>
            <a:ext cx="4588703" cy="2543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dirty="0" smtClean="0"/>
              <a:t>Rukun iman yang pertama adalah Iman kepada Allah SWT(Subhannahuwata’ala)</a:t>
            </a:r>
            <a:endParaRPr lang="en-US" sz="2000" dirty="0" smtClean="0"/>
          </a:p>
          <a:p>
            <a:endParaRPr lang="en-US" sz="2000" dirty="0"/>
          </a:p>
          <a:p>
            <a:r>
              <a:rPr lang="id-ID" sz="2000" dirty="0" smtClean="0"/>
              <a:t>Kita beriman kepada Allah SWT kita yakin Allah itu ada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endParaRPr lang="en-US" sz="2000" dirty="0"/>
          </a:p>
          <a:p>
            <a:r>
              <a:rPr lang="id-ID" sz="2000" dirty="0" smtClean="0"/>
              <a:t>Allah SWT Pencipta </a:t>
            </a:r>
            <a:r>
              <a:rPr lang="id-ID" sz="2000" b="1" dirty="0" smtClean="0">
                <a:solidFill>
                  <a:srgbClr val="00B0F0"/>
                </a:solidFill>
              </a:rPr>
              <a:t>Alam Semesta</a:t>
            </a:r>
            <a:endParaRPr lang="en-US" sz="2000" b="1" dirty="0">
              <a:solidFill>
                <a:srgbClr val="00B0F0"/>
              </a:solidFill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88860" y="207972"/>
            <a:ext cx="150694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370110" y="109976"/>
            <a:ext cx="1680380" cy="658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2400" b="1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Rukun Iman yang pertama </a:t>
            </a:r>
            <a:endParaRPr lang="en-US" sz="24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76350"/>
            <a:ext cx="3429357" cy="263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438401" y="1581151"/>
            <a:ext cx="1801798" cy="1201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510929"/>
            <a:ext cx="6475141" cy="40991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71600" y="706868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686" y="1043165"/>
            <a:ext cx="4572000" cy="30346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Meyakini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mempercayai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bahwa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Melaksanakan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perintah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seperti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salat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puasa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berbakti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kepada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kedua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orang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menolong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sesama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dll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Selalu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bersyukur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kepada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gemar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bersedekah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171" y="1428750"/>
            <a:ext cx="3276600" cy="29434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33601" y="41719"/>
            <a:ext cx="4724400" cy="566751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2133600" y="20100"/>
            <a:ext cx="472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Menerapkan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perilaku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beriman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kepada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Allah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Swt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dilakukan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9202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65474"/>
            <a:ext cx="6475141" cy="41148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81400" y="971550"/>
            <a:ext cx="4572000" cy="27053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Menjauhi</a:t>
            </a:r>
            <a:r>
              <a:rPr lang="en-US" sz="2000" dirty="0"/>
              <a:t> </a:t>
            </a:r>
            <a:r>
              <a:rPr lang="en-US" sz="2000" dirty="0" err="1"/>
              <a:t>perbuatan</a:t>
            </a:r>
            <a:r>
              <a:rPr lang="en-US" sz="2000" dirty="0"/>
              <a:t> yang </a:t>
            </a:r>
            <a:r>
              <a:rPr lang="en-US" sz="2000" dirty="0" err="1"/>
              <a:t>dilarang</a:t>
            </a:r>
            <a:r>
              <a:rPr lang="en-US" sz="2000" dirty="0"/>
              <a:t> A</a:t>
            </a:r>
            <a:r>
              <a:rPr lang="en-US" sz="2000" dirty="0" smtClean="0"/>
              <a:t>llah </a:t>
            </a:r>
            <a:r>
              <a:rPr lang="en-US" sz="2000" dirty="0" err="1" smtClean="0"/>
              <a:t>Swt</a:t>
            </a:r>
            <a:r>
              <a:rPr lang="en-US" sz="2000" dirty="0"/>
              <a:t>.</a:t>
            </a:r>
            <a:r>
              <a:rPr lang="en-US" sz="2000" dirty="0" smtClean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meninggalkan</a:t>
            </a:r>
            <a:r>
              <a:rPr lang="en-US" sz="2000" dirty="0"/>
              <a:t> </a:t>
            </a:r>
            <a:r>
              <a:rPr lang="en-US" sz="2000" dirty="0" err="1"/>
              <a:t>salat</a:t>
            </a:r>
            <a:r>
              <a:rPr lang="en-US" sz="2000" dirty="0"/>
              <a:t>, </a:t>
            </a:r>
            <a:r>
              <a:rPr lang="en-US" sz="2000" dirty="0" err="1"/>
              <a:t>berbohong</a:t>
            </a:r>
            <a:r>
              <a:rPr lang="en-US" sz="2000" dirty="0"/>
              <a:t>, </a:t>
            </a:r>
            <a:r>
              <a:rPr lang="en-US" sz="2000" dirty="0" err="1"/>
              <a:t>durhaka</a:t>
            </a:r>
            <a:r>
              <a:rPr lang="en-US" sz="2000" dirty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orang </a:t>
            </a:r>
            <a:r>
              <a:rPr lang="en-US" sz="2000" dirty="0" err="1" smtClean="0"/>
              <a:t>tua</a:t>
            </a:r>
            <a:r>
              <a:rPr lang="en-US" sz="2000" dirty="0" smtClean="0"/>
              <a:t>, </a:t>
            </a:r>
            <a:r>
              <a:rPr lang="en-US" sz="2000" dirty="0" err="1" smtClean="0"/>
              <a:t>dll</a:t>
            </a:r>
            <a:r>
              <a:rPr lang="en-US" sz="2000" dirty="0" smtClean="0"/>
              <a:t>.</a:t>
            </a:r>
            <a:endParaRPr lang="en-US" sz="2000" dirty="0" smtClean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>
                <a:ea typeface="Calibri" panose="020F0502020204030204" pitchFamily="34" charset="0"/>
                <a:cs typeface="Arial" panose="020B0604020202020204" pitchFamily="34" charset="0"/>
              </a:rPr>
              <a:t>Gemar</a:t>
            </a:r>
            <a:r>
              <a:rPr lang="en-US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Arial" panose="020B0604020202020204" pitchFamily="34" charset="0"/>
              </a:rPr>
              <a:t>membaca</a:t>
            </a: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 al </a:t>
            </a:r>
            <a:r>
              <a:rPr lang="en-US" sz="2000" dirty="0" err="1" smtClean="0">
                <a:ea typeface="Calibri" panose="020F0502020204030204" pitchFamily="34" charset="0"/>
                <a:cs typeface="Arial" panose="020B0604020202020204" pitchFamily="34" charset="0"/>
              </a:rPr>
              <a:t>quran</a:t>
            </a:r>
            <a:r>
              <a:rPr lang="en-US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>
                <a:ea typeface="Calibri" panose="020F0502020204030204" pitchFamily="34" charset="0"/>
                <a:cs typeface="Arial" panose="020B0604020202020204" pitchFamily="34" charset="0"/>
              </a:rPr>
              <a:t>Berteman</a:t>
            </a:r>
            <a:r>
              <a:rPr lang="en-US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 orang-orang </a:t>
            </a:r>
            <a:r>
              <a:rPr lang="en-US" sz="2000" dirty="0" err="1" smtClean="0">
                <a:ea typeface="Calibri" panose="020F0502020204030204" pitchFamily="34" charset="0"/>
                <a:cs typeface="Arial" panose="020B0604020202020204" pitchFamily="34" charset="0"/>
              </a:rPr>
              <a:t>saleh</a:t>
            </a:r>
            <a:r>
              <a:rPr lang="en-US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>
                <a:ea typeface="Calibri" panose="020F0502020204030204" pitchFamily="34" charset="0"/>
                <a:cs typeface="Arial" panose="020B0604020202020204" pitchFamily="34" charset="0"/>
              </a:rPr>
              <a:t>Sabar</a:t>
            </a:r>
            <a:r>
              <a:rPr lang="en-US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Arial" panose="020B0604020202020204" pitchFamily="34" charset="0"/>
              </a:rPr>
              <a:t>menghadapi</a:t>
            </a: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ea typeface="Calibri" panose="020F0502020204030204" pitchFamily="34" charset="0"/>
                <a:cs typeface="Arial" panose="020B0604020202020204" pitchFamily="34" charset="0"/>
              </a:rPr>
              <a:t>musibah</a:t>
            </a:r>
            <a:r>
              <a:rPr lang="en-US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" y="1428750"/>
            <a:ext cx="2261072" cy="288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066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3501"/>
            <a:ext cx="9144000" cy="529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0" y="713473"/>
            <a:ext cx="5791200" cy="3803462"/>
          </a:xfrm>
          <a:prstGeom prst="rect">
            <a:avLst/>
          </a:prstGeom>
          <a:noFill/>
          <a:ln w="57150">
            <a:solidFill>
              <a:srgbClr val="C9C011"/>
            </a:solidFill>
          </a:ln>
          <a:scene3d>
            <a:camera prst="perspective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id-ID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2561568" cy="15150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76600" y="865806"/>
            <a:ext cx="5363232" cy="2705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Rukun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enam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kepada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artinya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percaya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bahwa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Kita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dapat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mengenal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melalui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ciptaanNya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Kita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dapat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mengenal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Allah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melalui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asmaulhusna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81000" y="384366"/>
            <a:ext cx="1832780" cy="658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Rangkuman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17"/>
          <a:stretch/>
        </p:blipFill>
        <p:spPr>
          <a:xfrm>
            <a:off x="398721" y="1514338"/>
            <a:ext cx="1853641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225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307</Words>
  <Application>Microsoft Office PowerPoint</Application>
  <PresentationFormat>On-screen Show (16:9)</PresentationFormat>
  <Paragraphs>52</Paragraphs>
  <Slides>10</Slides>
  <Notes>8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Eka Nurdiana</dc:creator>
  <cp:lastModifiedBy>lenovo</cp:lastModifiedBy>
  <cp:revision>59</cp:revision>
  <dcterms:created xsi:type="dcterms:W3CDTF">2022-01-17T01:37:52Z</dcterms:created>
  <dcterms:modified xsi:type="dcterms:W3CDTF">2026-01-06T02:59:08Z</dcterms:modified>
</cp:coreProperties>
</file>