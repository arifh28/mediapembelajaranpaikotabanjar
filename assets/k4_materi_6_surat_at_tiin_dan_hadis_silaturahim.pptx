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8" r:id="rId7"/>
    <p:sldId id="269" r:id="rId8"/>
    <p:sldId id="270" r:id="rId9"/>
    <p:sldId id="271" r:id="rId10"/>
    <p:sldId id="267" r:id="rId11"/>
    <p:sldId id="260" r:id="rId12"/>
    <p:sldId id="261" r:id="rId13"/>
    <p:sldId id="262" r:id="rId14"/>
    <p:sldId id="263" r:id="rId15"/>
    <p:sldId id="264" r:id="rId16"/>
    <p:sldId id="265" r:id="rId17"/>
  </p:sldIdLst>
  <p:sldSz cx="18288000" cy="10287000"/>
  <p:notesSz cx="6858000" cy="9144000"/>
  <p:embeddedFontLst>
    <p:embeddedFont>
      <p:font typeface="Marykate" panose="020B0604020202020204" charset="0"/>
      <p:regular r:id="rId18"/>
    </p:embeddedFont>
    <p:embeddedFont>
      <p:font typeface="Poppins" panose="00000500000000000000" pitchFamily="2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972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12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13.svg"/><Relationship Id="rId10" Type="http://schemas.openxmlformats.org/officeDocument/2006/relationships/image" Target="../media/image7.png"/><Relationship Id="rId4" Type="http://schemas.openxmlformats.org/officeDocument/2006/relationships/image" Target="../media/image12.png"/><Relationship Id="rId9" Type="http://schemas.openxmlformats.org/officeDocument/2006/relationships/image" Target="../media/image18.png"/><Relationship Id="rId14" Type="http://schemas.openxmlformats.org/officeDocument/2006/relationships/image" Target="../media/image1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3.sv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12" Type="http://schemas.openxmlformats.org/officeDocument/2006/relationships/image" Target="../media/image12.png"/><Relationship Id="rId2" Type="http://schemas.openxmlformats.org/officeDocument/2006/relationships/image" Target="../media/image7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.svg"/><Relationship Id="rId5" Type="http://schemas.openxmlformats.org/officeDocument/2006/relationships/image" Target="../media/image9.png"/><Relationship Id="rId15" Type="http://schemas.openxmlformats.org/officeDocument/2006/relationships/image" Target="../media/image11.svg"/><Relationship Id="rId10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5.svg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3.svg"/><Relationship Id="rId3" Type="http://schemas.openxmlformats.org/officeDocument/2006/relationships/image" Target="../media/image1.png"/><Relationship Id="rId7" Type="http://schemas.openxmlformats.org/officeDocument/2006/relationships/image" Target="../media/image6.svg"/><Relationship Id="rId12" Type="http://schemas.openxmlformats.org/officeDocument/2006/relationships/image" Target="../media/image12.png"/><Relationship Id="rId17" Type="http://schemas.openxmlformats.org/officeDocument/2006/relationships/image" Target="../media/image20.jpg"/><Relationship Id="rId2" Type="http://schemas.openxmlformats.org/officeDocument/2006/relationships/image" Target="../media/image7.png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.svg"/><Relationship Id="rId5" Type="http://schemas.openxmlformats.org/officeDocument/2006/relationships/image" Target="../media/image9.png"/><Relationship Id="rId15" Type="http://schemas.openxmlformats.org/officeDocument/2006/relationships/image" Target="../media/image11.svg"/><Relationship Id="rId10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5.svg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12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12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12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12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12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2.png"/><Relationship Id="rId12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14.png"/><Relationship Id="rId5" Type="http://schemas.openxmlformats.org/officeDocument/2006/relationships/image" Target="../media/image3.png"/><Relationship Id="rId10" Type="http://schemas.openxmlformats.org/officeDocument/2006/relationships/image" Target="../media/image6.svg"/><Relationship Id="rId4" Type="http://schemas.openxmlformats.org/officeDocument/2006/relationships/image" Target="../media/image7.png"/><Relationship Id="rId9" Type="http://schemas.openxmlformats.org/officeDocument/2006/relationships/image" Target="../media/image5.png"/><Relationship Id="rId1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5.svg"/><Relationship Id="rId5" Type="http://schemas.openxmlformats.org/officeDocument/2006/relationships/image" Target="../media/image9.png"/><Relationship Id="rId15" Type="http://schemas.openxmlformats.org/officeDocument/2006/relationships/image" Target="../media/image11.sv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6.svg"/><Relationship Id="rId1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15.svg"/><Relationship Id="rId3" Type="http://schemas.openxmlformats.org/officeDocument/2006/relationships/image" Target="../media/image2.sv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png"/><Relationship Id="rId15" Type="http://schemas.openxmlformats.org/officeDocument/2006/relationships/image" Target="../media/image13.svg"/><Relationship Id="rId10" Type="http://schemas.openxmlformats.org/officeDocument/2006/relationships/image" Target="../media/image10.png"/><Relationship Id="rId4" Type="http://schemas.openxmlformats.org/officeDocument/2006/relationships/image" Target="../media/image7.png"/><Relationship Id="rId9" Type="http://schemas.openxmlformats.org/officeDocument/2006/relationships/image" Target="../media/image4.svg"/><Relationship Id="rId1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7.svg"/><Relationship Id="rId17" Type="http://schemas.openxmlformats.org/officeDocument/2006/relationships/image" Target="../media/image4.svg"/><Relationship Id="rId2" Type="http://schemas.openxmlformats.org/officeDocument/2006/relationships/image" Target="../media/image1.png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6.png"/><Relationship Id="rId5" Type="http://schemas.openxmlformats.org/officeDocument/2006/relationships/image" Target="../media/image11.svg"/><Relationship Id="rId1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1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7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7.png"/><Relationship Id="rId5" Type="http://schemas.openxmlformats.org/officeDocument/2006/relationships/image" Target="../media/image12.png"/><Relationship Id="rId10" Type="http://schemas.openxmlformats.org/officeDocument/2006/relationships/image" Target="../media/image15.svg"/><Relationship Id="rId4" Type="http://schemas.openxmlformats.org/officeDocument/2006/relationships/image" Target="../media/image2.svg"/><Relationship Id="rId9" Type="http://schemas.openxmlformats.org/officeDocument/2006/relationships/image" Target="../media/image14.png"/><Relationship Id="rId1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2.sv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9.png"/><Relationship Id="rId5" Type="http://schemas.openxmlformats.org/officeDocument/2006/relationships/image" Target="../media/image12.png"/><Relationship Id="rId15" Type="http://schemas.openxmlformats.org/officeDocument/2006/relationships/image" Target="../media/image3.png"/><Relationship Id="rId10" Type="http://schemas.openxmlformats.org/officeDocument/2006/relationships/image" Target="../media/image15.svg"/><Relationship Id="rId4" Type="http://schemas.openxmlformats.org/officeDocument/2006/relationships/image" Target="../media/image7.png"/><Relationship Id="rId9" Type="http://schemas.openxmlformats.org/officeDocument/2006/relationships/image" Target="../media/image14.png"/><Relationship Id="rId1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3.svg"/><Relationship Id="rId18" Type="http://schemas.openxmlformats.org/officeDocument/2006/relationships/image" Target="../media/image26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2.png"/><Relationship Id="rId17" Type="http://schemas.openxmlformats.org/officeDocument/2006/relationships/image" Target="../media/image17.sv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svg"/><Relationship Id="rId5" Type="http://schemas.openxmlformats.org/officeDocument/2006/relationships/image" Target="../media/image4.svg"/><Relationship Id="rId15" Type="http://schemas.openxmlformats.org/officeDocument/2006/relationships/image" Target="../media/image15.sv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7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-280116" y="6206418"/>
            <a:ext cx="18848232" cy="2403150"/>
          </a:xfrm>
          <a:custGeom>
            <a:avLst/>
            <a:gdLst/>
            <a:ahLst/>
            <a:cxnLst/>
            <a:rect l="l" t="t" r="r" b="b"/>
            <a:pathLst>
              <a:path w="18848232" h="2403150">
                <a:moveTo>
                  <a:pt x="0" y="0"/>
                </a:moveTo>
                <a:lnTo>
                  <a:pt x="18848232" y="0"/>
                </a:lnTo>
                <a:lnTo>
                  <a:pt x="18848232" y="2403150"/>
                </a:lnTo>
                <a:lnTo>
                  <a:pt x="0" y="24031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50646" y="7785556"/>
            <a:ext cx="3810458" cy="824012"/>
          </a:xfrm>
          <a:custGeom>
            <a:avLst/>
            <a:gdLst/>
            <a:ahLst/>
            <a:cxnLst/>
            <a:rect l="l" t="t" r="r" b="b"/>
            <a:pathLst>
              <a:path w="3810458" h="824012">
                <a:moveTo>
                  <a:pt x="0" y="0"/>
                </a:moveTo>
                <a:lnTo>
                  <a:pt x="3810458" y="0"/>
                </a:lnTo>
                <a:lnTo>
                  <a:pt x="3810458" y="824012"/>
                </a:lnTo>
                <a:lnTo>
                  <a:pt x="0" y="8240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4614" y="8116762"/>
            <a:ext cx="20157229" cy="8843984"/>
          </a:xfrm>
          <a:custGeom>
            <a:avLst/>
            <a:gdLst/>
            <a:ahLst/>
            <a:cxnLst/>
            <a:rect l="l" t="t" r="r" b="b"/>
            <a:pathLst>
              <a:path w="20157229" h="8843984">
                <a:moveTo>
                  <a:pt x="0" y="0"/>
                </a:moveTo>
                <a:lnTo>
                  <a:pt x="20157228" y="0"/>
                </a:lnTo>
                <a:lnTo>
                  <a:pt x="20157228" y="8843984"/>
                </a:lnTo>
                <a:lnTo>
                  <a:pt x="0" y="88439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015371" y="5042513"/>
            <a:ext cx="2135606" cy="1163905"/>
          </a:xfrm>
          <a:custGeom>
            <a:avLst/>
            <a:gdLst/>
            <a:ahLst/>
            <a:cxnLst/>
            <a:rect l="l" t="t" r="r" b="b"/>
            <a:pathLst>
              <a:path w="2135606" h="1163905">
                <a:moveTo>
                  <a:pt x="0" y="0"/>
                </a:moveTo>
                <a:lnTo>
                  <a:pt x="2135606" y="0"/>
                </a:lnTo>
                <a:lnTo>
                  <a:pt x="2135606" y="1163905"/>
                </a:lnTo>
                <a:lnTo>
                  <a:pt x="0" y="11639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547583" y="5246377"/>
            <a:ext cx="11192834" cy="4323232"/>
          </a:xfrm>
          <a:custGeom>
            <a:avLst/>
            <a:gdLst/>
            <a:ahLst/>
            <a:cxnLst/>
            <a:rect l="l" t="t" r="r" b="b"/>
            <a:pathLst>
              <a:path w="11192834" h="4323232">
                <a:moveTo>
                  <a:pt x="0" y="0"/>
                </a:moveTo>
                <a:lnTo>
                  <a:pt x="11192834" y="0"/>
                </a:lnTo>
                <a:lnTo>
                  <a:pt x="11192834" y="4323232"/>
                </a:lnTo>
                <a:lnTo>
                  <a:pt x="0" y="43232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4740417" y="4351070"/>
            <a:ext cx="1454000" cy="792430"/>
          </a:xfrm>
          <a:custGeom>
            <a:avLst/>
            <a:gdLst/>
            <a:ahLst/>
            <a:cxnLst/>
            <a:rect l="l" t="t" r="r" b="b"/>
            <a:pathLst>
              <a:path w="1454000" h="792430">
                <a:moveTo>
                  <a:pt x="0" y="0"/>
                </a:moveTo>
                <a:lnTo>
                  <a:pt x="1454000" y="0"/>
                </a:lnTo>
                <a:lnTo>
                  <a:pt x="1454000" y="792430"/>
                </a:lnTo>
                <a:lnTo>
                  <a:pt x="0" y="7924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52315" y="2473161"/>
            <a:ext cx="5271370" cy="6769014"/>
          </a:xfrm>
          <a:custGeom>
            <a:avLst/>
            <a:gdLst/>
            <a:ahLst/>
            <a:cxnLst/>
            <a:rect l="l" t="t" r="r" b="b"/>
            <a:pathLst>
              <a:path w="5271370" h="6769014">
                <a:moveTo>
                  <a:pt x="0" y="0"/>
                </a:moveTo>
                <a:lnTo>
                  <a:pt x="5271370" y="0"/>
                </a:lnTo>
                <a:lnTo>
                  <a:pt x="5271370" y="6769014"/>
                </a:lnTo>
                <a:lnTo>
                  <a:pt x="0" y="67690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5735882" y="7850124"/>
            <a:ext cx="7315200" cy="2816352"/>
          </a:xfrm>
          <a:custGeom>
            <a:avLst/>
            <a:gdLst/>
            <a:ahLst/>
            <a:cxnLst/>
            <a:rect l="l" t="t" r="r" b="b"/>
            <a:pathLst>
              <a:path w="7315200" h="2816352">
                <a:moveTo>
                  <a:pt x="0" y="0"/>
                </a:moveTo>
                <a:lnTo>
                  <a:pt x="7315200" y="0"/>
                </a:lnTo>
                <a:lnTo>
                  <a:pt x="7315200" y="2816352"/>
                </a:lnTo>
                <a:lnTo>
                  <a:pt x="0" y="281635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-934614" y="1359886"/>
            <a:ext cx="2135606" cy="1163905"/>
          </a:xfrm>
          <a:custGeom>
            <a:avLst/>
            <a:gdLst/>
            <a:ahLst/>
            <a:cxnLst/>
            <a:rect l="l" t="t" r="r" b="b"/>
            <a:pathLst>
              <a:path w="2135606" h="1163905">
                <a:moveTo>
                  <a:pt x="0" y="0"/>
                </a:moveTo>
                <a:lnTo>
                  <a:pt x="2135605" y="0"/>
                </a:lnTo>
                <a:lnTo>
                  <a:pt x="2135605" y="1163906"/>
                </a:lnTo>
                <a:lnTo>
                  <a:pt x="0" y="1163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-2316908" y="2473161"/>
            <a:ext cx="5271370" cy="6769014"/>
          </a:xfrm>
          <a:custGeom>
            <a:avLst/>
            <a:gdLst/>
            <a:ahLst/>
            <a:cxnLst/>
            <a:rect l="l" t="t" r="r" b="b"/>
            <a:pathLst>
              <a:path w="5271370" h="6769014">
                <a:moveTo>
                  <a:pt x="0" y="0"/>
                </a:moveTo>
                <a:lnTo>
                  <a:pt x="5271369" y="0"/>
                </a:lnTo>
                <a:lnTo>
                  <a:pt x="5271369" y="6769014"/>
                </a:lnTo>
                <a:lnTo>
                  <a:pt x="0" y="67690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-4763082" y="7850124"/>
            <a:ext cx="7315200" cy="2816352"/>
          </a:xfrm>
          <a:custGeom>
            <a:avLst/>
            <a:gdLst/>
            <a:ahLst/>
            <a:cxnLst/>
            <a:rect l="l" t="t" r="r" b="b"/>
            <a:pathLst>
              <a:path w="7315200" h="2816352">
                <a:moveTo>
                  <a:pt x="7315200" y="0"/>
                </a:moveTo>
                <a:lnTo>
                  <a:pt x="0" y="0"/>
                </a:lnTo>
                <a:lnTo>
                  <a:pt x="0" y="2816352"/>
                </a:lnTo>
                <a:lnTo>
                  <a:pt x="7315200" y="28163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2775978" y="939033"/>
            <a:ext cx="1167669" cy="993580"/>
          </a:xfrm>
          <a:custGeom>
            <a:avLst/>
            <a:gdLst/>
            <a:ahLst/>
            <a:cxnLst/>
            <a:rect l="l" t="t" r="r" b="b"/>
            <a:pathLst>
              <a:path w="1167669" h="993580">
                <a:moveTo>
                  <a:pt x="0" y="0"/>
                </a:moveTo>
                <a:lnTo>
                  <a:pt x="1167669" y="0"/>
                </a:lnTo>
                <a:lnTo>
                  <a:pt x="1167669" y="993580"/>
                </a:lnTo>
                <a:lnTo>
                  <a:pt x="0" y="99358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591546" y="224088"/>
            <a:ext cx="3150454" cy="1716998"/>
          </a:xfrm>
          <a:custGeom>
            <a:avLst/>
            <a:gdLst/>
            <a:ahLst/>
            <a:cxnLst/>
            <a:rect l="l" t="t" r="r" b="b"/>
            <a:pathLst>
              <a:path w="3150454" h="1716998">
                <a:moveTo>
                  <a:pt x="0" y="0"/>
                </a:moveTo>
                <a:lnTo>
                  <a:pt x="3150454" y="0"/>
                </a:lnTo>
                <a:lnTo>
                  <a:pt x="3150454" y="1716998"/>
                </a:lnTo>
                <a:lnTo>
                  <a:pt x="0" y="17169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5478533" y="7270814"/>
            <a:ext cx="1431767" cy="1691896"/>
          </a:xfrm>
          <a:custGeom>
            <a:avLst/>
            <a:gdLst/>
            <a:ahLst/>
            <a:cxnLst/>
            <a:rect l="l" t="t" r="r" b="b"/>
            <a:pathLst>
              <a:path w="1431767" h="1691896">
                <a:moveTo>
                  <a:pt x="0" y="0"/>
                </a:moveTo>
                <a:lnTo>
                  <a:pt x="1431768" y="0"/>
                </a:lnTo>
                <a:lnTo>
                  <a:pt x="1431768" y="1691896"/>
                </a:lnTo>
                <a:lnTo>
                  <a:pt x="0" y="16918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3449054" y="2151688"/>
            <a:ext cx="11389892" cy="27232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06"/>
              </a:lnSpc>
            </a:pPr>
            <a:r>
              <a:rPr lang="en-US" sz="1072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Q.S. At-Tin dan Hadis </a:t>
            </a:r>
            <a:r>
              <a:rPr lang="en-US" sz="1072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tentang</a:t>
            </a:r>
            <a:r>
              <a:rPr lang="en-US" sz="1072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 </a:t>
            </a:r>
            <a:r>
              <a:rPr lang="en-US" sz="1072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Silaturahmi</a:t>
            </a:r>
            <a:endParaRPr lang="en-US" sz="10728" dirty="0">
              <a:solidFill>
                <a:srgbClr val="205179"/>
              </a:solidFill>
              <a:latin typeface="Marykate"/>
              <a:ea typeface="Marykate"/>
              <a:cs typeface="Marykate"/>
              <a:sym typeface="Marykat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30264" y="1028700"/>
            <a:ext cx="9391771" cy="5127786"/>
            <a:chOff x="0" y="0"/>
            <a:chExt cx="2245631" cy="12260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5631" cy="1226085"/>
            </a:xfrm>
            <a:custGeom>
              <a:avLst/>
              <a:gdLst/>
              <a:ahLst/>
              <a:cxnLst/>
              <a:rect l="l" t="t" r="r" b="b"/>
              <a:pathLst>
                <a:path w="2245631" h="1226085">
                  <a:moveTo>
                    <a:pt x="16487" y="0"/>
                  </a:moveTo>
                  <a:lnTo>
                    <a:pt x="2229144" y="0"/>
                  </a:lnTo>
                  <a:cubicBezTo>
                    <a:pt x="2233517" y="0"/>
                    <a:pt x="2237710" y="1737"/>
                    <a:pt x="2240802" y="4829"/>
                  </a:cubicBezTo>
                  <a:cubicBezTo>
                    <a:pt x="2243894" y="7921"/>
                    <a:pt x="2245631" y="12114"/>
                    <a:pt x="2245631" y="16487"/>
                  </a:cubicBezTo>
                  <a:lnTo>
                    <a:pt x="2245631" y="1209599"/>
                  </a:lnTo>
                  <a:cubicBezTo>
                    <a:pt x="2245631" y="1213971"/>
                    <a:pt x="2243894" y="1218165"/>
                    <a:pt x="2240802" y="1221257"/>
                  </a:cubicBezTo>
                  <a:cubicBezTo>
                    <a:pt x="2237710" y="1224348"/>
                    <a:pt x="2233517" y="1226085"/>
                    <a:pt x="2229144" y="1226085"/>
                  </a:cubicBezTo>
                  <a:lnTo>
                    <a:pt x="16487" y="1226085"/>
                  </a:lnTo>
                  <a:cubicBezTo>
                    <a:pt x="12114" y="1226085"/>
                    <a:pt x="7921" y="1224348"/>
                    <a:pt x="4829" y="1221257"/>
                  </a:cubicBezTo>
                  <a:cubicBezTo>
                    <a:pt x="1737" y="1218165"/>
                    <a:pt x="0" y="1213971"/>
                    <a:pt x="0" y="1209599"/>
                  </a:cubicBezTo>
                  <a:lnTo>
                    <a:pt x="0" y="16487"/>
                  </a:lnTo>
                  <a:cubicBezTo>
                    <a:pt x="0" y="12114"/>
                    <a:pt x="1737" y="7921"/>
                    <a:pt x="4829" y="4829"/>
                  </a:cubicBezTo>
                  <a:cubicBezTo>
                    <a:pt x="7921" y="1737"/>
                    <a:pt x="12114" y="0"/>
                    <a:pt x="1648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245631" cy="12737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0" y="6870861"/>
            <a:ext cx="20184982" cy="2573585"/>
          </a:xfrm>
          <a:custGeom>
            <a:avLst/>
            <a:gdLst/>
            <a:ahLst/>
            <a:cxnLst/>
            <a:rect l="l" t="t" r="r" b="b"/>
            <a:pathLst>
              <a:path w="20184982" h="2573585">
                <a:moveTo>
                  <a:pt x="20184982" y="0"/>
                </a:moveTo>
                <a:lnTo>
                  <a:pt x="0" y="0"/>
                </a:lnTo>
                <a:lnTo>
                  <a:pt x="0" y="2573585"/>
                </a:lnTo>
                <a:lnTo>
                  <a:pt x="20184982" y="2573585"/>
                </a:lnTo>
                <a:lnTo>
                  <a:pt x="201849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3112350" y="5732601"/>
            <a:ext cx="7315200" cy="2816352"/>
          </a:xfrm>
          <a:custGeom>
            <a:avLst/>
            <a:gdLst/>
            <a:ahLst/>
            <a:cxnLst/>
            <a:rect l="l" t="t" r="r" b="b"/>
            <a:pathLst>
              <a:path w="7315200" h="2816352">
                <a:moveTo>
                  <a:pt x="7315200" y="0"/>
                </a:moveTo>
                <a:lnTo>
                  <a:pt x="0" y="0"/>
                </a:lnTo>
                <a:lnTo>
                  <a:pt x="0" y="2816352"/>
                </a:lnTo>
                <a:lnTo>
                  <a:pt x="7315200" y="28163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7259300" y="6369998"/>
            <a:ext cx="1401593" cy="763868"/>
          </a:xfrm>
          <a:custGeom>
            <a:avLst/>
            <a:gdLst/>
            <a:ahLst/>
            <a:cxnLst/>
            <a:rect l="l" t="t" r="r" b="b"/>
            <a:pathLst>
              <a:path w="1401593" h="763868">
                <a:moveTo>
                  <a:pt x="0" y="0"/>
                </a:moveTo>
                <a:lnTo>
                  <a:pt x="1401593" y="0"/>
                </a:lnTo>
                <a:lnTo>
                  <a:pt x="1401593" y="763868"/>
                </a:lnTo>
                <a:lnTo>
                  <a:pt x="0" y="7638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333751">
            <a:off x="-1375933" y="8303496"/>
            <a:ext cx="20157229" cy="8843984"/>
          </a:xfrm>
          <a:custGeom>
            <a:avLst/>
            <a:gdLst/>
            <a:ahLst/>
            <a:cxnLst/>
            <a:rect l="l" t="t" r="r" b="b"/>
            <a:pathLst>
              <a:path w="20157229" h="8843984">
                <a:moveTo>
                  <a:pt x="0" y="0"/>
                </a:moveTo>
                <a:lnTo>
                  <a:pt x="20157229" y="0"/>
                </a:lnTo>
                <a:lnTo>
                  <a:pt x="20157229" y="8843984"/>
                </a:lnTo>
                <a:lnTo>
                  <a:pt x="0" y="88439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68950" y="3784409"/>
            <a:ext cx="5536173" cy="5473891"/>
          </a:xfrm>
          <a:custGeom>
            <a:avLst/>
            <a:gdLst/>
            <a:ahLst/>
            <a:cxnLst/>
            <a:rect l="l" t="t" r="r" b="b"/>
            <a:pathLst>
              <a:path w="5536173" h="5473891">
                <a:moveTo>
                  <a:pt x="0" y="0"/>
                </a:moveTo>
                <a:lnTo>
                  <a:pt x="5536173" y="0"/>
                </a:lnTo>
                <a:lnTo>
                  <a:pt x="5536173" y="5473891"/>
                </a:lnTo>
                <a:lnTo>
                  <a:pt x="0" y="54738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909469"/>
            <a:ext cx="7858240" cy="253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1"/>
              </a:lnSpc>
            </a:pP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Tujuan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Pembelajaran</a:t>
            </a:r>
            <a:endParaRPr lang="en-US" sz="9898" dirty="0">
              <a:solidFill>
                <a:srgbClr val="205179"/>
              </a:solidFill>
              <a:latin typeface="Marykate"/>
              <a:ea typeface="Marykate"/>
              <a:cs typeface="Marykate"/>
              <a:sym typeface="Marykate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-623882" y="4162462"/>
            <a:ext cx="1652582" cy="900657"/>
          </a:xfrm>
          <a:custGeom>
            <a:avLst/>
            <a:gdLst/>
            <a:ahLst/>
            <a:cxnLst/>
            <a:rect l="l" t="t" r="r" b="b"/>
            <a:pathLst>
              <a:path w="1652582" h="900657">
                <a:moveTo>
                  <a:pt x="0" y="0"/>
                </a:moveTo>
                <a:lnTo>
                  <a:pt x="1652582" y="0"/>
                </a:lnTo>
                <a:lnTo>
                  <a:pt x="1652582" y="900657"/>
                </a:lnTo>
                <a:lnTo>
                  <a:pt x="0" y="9006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195128" y="777934"/>
            <a:ext cx="2394127" cy="1304799"/>
          </a:xfrm>
          <a:custGeom>
            <a:avLst/>
            <a:gdLst/>
            <a:ahLst/>
            <a:cxnLst/>
            <a:rect l="l" t="t" r="r" b="b"/>
            <a:pathLst>
              <a:path w="2394127" h="1304799">
                <a:moveTo>
                  <a:pt x="0" y="0"/>
                </a:moveTo>
                <a:lnTo>
                  <a:pt x="2394128" y="0"/>
                </a:lnTo>
                <a:lnTo>
                  <a:pt x="2394128" y="1304799"/>
                </a:lnTo>
                <a:lnTo>
                  <a:pt x="0" y="13047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037454" y="4069540"/>
            <a:ext cx="1167669" cy="993580"/>
          </a:xfrm>
          <a:custGeom>
            <a:avLst/>
            <a:gdLst/>
            <a:ahLst/>
            <a:cxnLst/>
            <a:rect l="l" t="t" r="r" b="b"/>
            <a:pathLst>
              <a:path w="1167669" h="993580">
                <a:moveTo>
                  <a:pt x="0" y="0"/>
                </a:moveTo>
                <a:lnTo>
                  <a:pt x="1167669" y="0"/>
                </a:lnTo>
                <a:lnTo>
                  <a:pt x="1167669" y="993579"/>
                </a:lnTo>
                <a:lnTo>
                  <a:pt x="0" y="9935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flipH="1">
            <a:off x="11527688" y="7788605"/>
            <a:ext cx="7634780" cy="2939390"/>
          </a:xfrm>
          <a:custGeom>
            <a:avLst/>
            <a:gdLst/>
            <a:ahLst/>
            <a:cxnLst/>
            <a:rect l="l" t="t" r="r" b="b"/>
            <a:pathLst>
              <a:path w="7634780" h="2939390">
                <a:moveTo>
                  <a:pt x="7634780" y="0"/>
                </a:moveTo>
                <a:lnTo>
                  <a:pt x="0" y="0"/>
                </a:lnTo>
                <a:lnTo>
                  <a:pt x="0" y="2939390"/>
                </a:lnTo>
                <a:lnTo>
                  <a:pt x="7634780" y="2939390"/>
                </a:lnTo>
                <a:lnTo>
                  <a:pt x="76347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9144000" y="7643005"/>
            <a:ext cx="3482149" cy="4114800"/>
          </a:xfrm>
          <a:custGeom>
            <a:avLst/>
            <a:gdLst/>
            <a:ahLst/>
            <a:cxnLst/>
            <a:rect l="l" t="t" r="r" b="b"/>
            <a:pathLst>
              <a:path w="3482149" h="4114800">
                <a:moveTo>
                  <a:pt x="0" y="0"/>
                </a:moveTo>
                <a:lnTo>
                  <a:pt x="3482150" y="0"/>
                </a:lnTo>
                <a:lnTo>
                  <a:pt x="348215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196452" y="1276507"/>
            <a:ext cx="8945632" cy="450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Membaca Surah At-Tin dengan tartil.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Menghafal Surah At-Tin.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Menjelaskan isi kandungan Surah At-Tin.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Menunjukkan perilaku mulia dalam kehidupan sehari-hari, terutama mengenai silaturahmi.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Meneladani anjuran silaturahmi dalam hadis Rasulullah.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171162" y="6521355"/>
            <a:ext cx="1870818" cy="1019596"/>
          </a:xfrm>
          <a:custGeom>
            <a:avLst/>
            <a:gdLst/>
            <a:ahLst/>
            <a:cxnLst/>
            <a:rect l="l" t="t" r="r" b="b"/>
            <a:pathLst>
              <a:path w="1870818" h="1019596">
                <a:moveTo>
                  <a:pt x="0" y="0"/>
                </a:moveTo>
                <a:lnTo>
                  <a:pt x="1870818" y="0"/>
                </a:lnTo>
                <a:lnTo>
                  <a:pt x="1870818" y="1019595"/>
                </a:lnTo>
                <a:lnTo>
                  <a:pt x="0" y="10195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BAC929-7B55-5039-8E76-3AC831AE0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BBDE289-4013-FE2D-5856-E65CAF412306}"/>
              </a:ext>
            </a:extLst>
          </p:cNvPr>
          <p:cNvSpPr/>
          <p:nvPr/>
        </p:nvSpPr>
        <p:spPr>
          <a:xfrm>
            <a:off x="10653079" y="7270964"/>
            <a:ext cx="2909150" cy="1585487"/>
          </a:xfrm>
          <a:custGeom>
            <a:avLst/>
            <a:gdLst/>
            <a:ahLst/>
            <a:cxnLst/>
            <a:rect l="l" t="t" r="r" b="b"/>
            <a:pathLst>
              <a:path w="2909150" h="1585487">
                <a:moveTo>
                  <a:pt x="0" y="0"/>
                </a:moveTo>
                <a:lnTo>
                  <a:pt x="2909149" y="0"/>
                </a:lnTo>
                <a:lnTo>
                  <a:pt x="2909149" y="1585486"/>
                </a:lnTo>
                <a:lnTo>
                  <a:pt x="0" y="1585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AA67D59-7B40-CE6E-1317-8C5638CB856A}"/>
              </a:ext>
            </a:extLst>
          </p:cNvPr>
          <p:cNvSpPr/>
          <p:nvPr/>
        </p:nvSpPr>
        <p:spPr>
          <a:xfrm>
            <a:off x="-1700732" y="7270964"/>
            <a:ext cx="19261991" cy="2455904"/>
          </a:xfrm>
          <a:custGeom>
            <a:avLst/>
            <a:gdLst/>
            <a:ahLst/>
            <a:cxnLst/>
            <a:rect l="l" t="t" r="r" b="b"/>
            <a:pathLst>
              <a:path w="19261991" h="2455904">
                <a:moveTo>
                  <a:pt x="0" y="0"/>
                </a:moveTo>
                <a:lnTo>
                  <a:pt x="19261991" y="0"/>
                </a:lnTo>
                <a:lnTo>
                  <a:pt x="19261991" y="2455904"/>
                </a:lnTo>
                <a:lnTo>
                  <a:pt x="0" y="2455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011E291-A6A0-216A-4848-6BC66BC1A332}"/>
              </a:ext>
            </a:extLst>
          </p:cNvPr>
          <p:cNvGrpSpPr/>
          <p:nvPr/>
        </p:nvGrpSpPr>
        <p:grpSpPr>
          <a:xfrm>
            <a:off x="1028700" y="2579607"/>
            <a:ext cx="9706751" cy="4511133"/>
            <a:chOff x="0" y="0"/>
            <a:chExt cx="2320944" cy="107864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DA7C640-38B1-2C66-E1B9-294D862AA465}"/>
                </a:ext>
              </a:extLst>
            </p:cNvPr>
            <p:cNvSpPr/>
            <p:nvPr/>
          </p:nvSpPr>
          <p:spPr>
            <a:xfrm>
              <a:off x="0" y="0"/>
              <a:ext cx="2320944" cy="1078640"/>
            </a:xfrm>
            <a:custGeom>
              <a:avLst/>
              <a:gdLst/>
              <a:ahLst/>
              <a:cxnLst/>
              <a:rect l="l" t="t" r="r" b="b"/>
              <a:pathLst>
                <a:path w="2320944" h="1078640">
                  <a:moveTo>
                    <a:pt x="15952" y="0"/>
                  </a:moveTo>
                  <a:lnTo>
                    <a:pt x="2304993" y="0"/>
                  </a:lnTo>
                  <a:cubicBezTo>
                    <a:pt x="2309223" y="0"/>
                    <a:pt x="2313281" y="1681"/>
                    <a:pt x="2316272" y="4672"/>
                  </a:cubicBezTo>
                  <a:cubicBezTo>
                    <a:pt x="2319264" y="7664"/>
                    <a:pt x="2320944" y="11721"/>
                    <a:pt x="2320944" y="15952"/>
                  </a:cubicBezTo>
                  <a:lnTo>
                    <a:pt x="2320944" y="1062688"/>
                  </a:lnTo>
                  <a:cubicBezTo>
                    <a:pt x="2320944" y="1066919"/>
                    <a:pt x="2319264" y="1070976"/>
                    <a:pt x="2316272" y="1073968"/>
                  </a:cubicBezTo>
                  <a:cubicBezTo>
                    <a:pt x="2313281" y="1076959"/>
                    <a:pt x="2309223" y="1078640"/>
                    <a:pt x="2304993" y="1078640"/>
                  </a:cubicBezTo>
                  <a:lnTo>
                    <a:pt x="15952" y="1078640"/>
                  </a:lnTo>
                  <a:cubicBezTo>
                    <a:pt x="11721" y="1078640"/>
                    <a:pt x="7664" y="1076959"/>
                    <a:pt x="4672" y="1073968"/>
                  </a:cubicBezTo>
                  <a:cubicBezTo>
                    <a:pt x="1681" y="1070976"/>
                    <a:pt x="0" y="1066919"/>
                    <a:pt x="0" y="1062688"/>
                  </a:cubicBezTo>
                  <a:lnTo>
                    <a:pt x="0" y="15952"/>
                  </a:lnTo>
                  <a:cubicBezTo>
                    <a:pt x="0" y="11721"/>
                    <a:pt x="1681" y="7664"/>
                    <a:pt x="4672" y="4672"/>
                  </a:cubicBezTo>
                  <a:cubicBezTo>
                    <a:pt x="7664" y="1681"/>
                    <a:pt x="11721" y="0"/>
                    <a:pt x="1595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46EB404-7012-D6BC-CE0A-68E76371E0F4}"/>
                </a:ext>
              </a:extLst>
            </p:cNvPr>
            <p:cNvSpPr txBox="1"/>
            <p:nvPr/>
          </p:nvSpPr>
          <p:spPr>
            <a:xfrm>
              <a:off x="0" y="-47625"/>
              <a:ext cx="2320944" cy="1126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470A891-457D-F768-7436-4F820F7D89B4}"/>
              </a:ext>
            </a:extLst>
          </p:cNvPr>
          <p:cNvSpPr/>
          <p:nvPr/>
        </p:nvSpPr>
        <p:spPr>
          <a:xfrm>
            <a:off x="-700797" y="6993564"/>
            <a:ext cx="1401593" cy="763868"/>
          </a:xfrm>
          <a:custGeom>
            <a:avLst/>
            <a:gdLst/>
            <a:ahLst/>
            <a:cxnLst/>
            <a:rect l="l" t="t" r="r" b="b"/>
            <a:pathLst>
              <a:path w="1401593" h="763868">
                <a:moveTo>
                  <a:pt x="0" y="0"/>
                </a:moveTo>
                <a:lnTo>
                  <a:pt x="1401594" y="0"/>
                </a:lnTo>
                <a:lnTo>
                  <a:pt x="1401594" y="763868"/>
                </a:lnTo>
                <a:lnTo>
                  <a:pt x="0" y="7638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CB17C5E-3CBD-B452-9BAF-164C841F32D5}"/>
              </a:ext>
            </a:extLst>
          </p:cNvPr>
          <p:cNvSpPr/>
          <p:nvPr/>
        </p:nvSpPr>
        <p:spPr>
          <a:xfrm rot="-361170">
            <a:off x="-1376639" y="8290066"/>
            <a:ext cx="20184637" cy="8856009"/>
          </a:xfrm>
          <a:custGeom>
            <a:avLst/>
            <a:gdLst/>
            <a:ahLst/>
            <a:cxnLst/>
            <a:rect l="l" t="t" r="r" b="b"/>
            <a:pathLst>
              <a:path w="20184637" h="8856009">
                <a:moveTo>
                  <a:pt x="0" y="0"/>
                </a:moveTo>
                <a:lnTo>
                  <a:pt x="20184637" y="0"/>
                </a:lnTo>
                <a:lnTo>
                  <a:pt x="20184637" y="8856010"/>
                </a:lnTo>
                <a:lnTo>
                  <a:pt x="0" y="8856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FB5E549-355D-2690-A5E6-7EFBB824F184}"/>
              </a:ext>
            </a:extLst>
          </p:cNvPr>
          <p:cNvSpPr txBox="1"/>
          <p:nvPr/>
        </p:nvSpPr>
        <p:spPr>
          <a:xfrm>
            <a:off x="1028700" y="909469"/>
            <a:ext cx="10737458" cy="131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1"/>
              </a:lnSpc>
            </a:pPr>
            <a:r>
              <a:rPr lang="en-US" sz="9898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Membaca Surah At-Tin</a:t>
            </a: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2BA225A-4173-4E4E-4A79-E4A2D9DEE17A}"/>
              </a:ext>
            </a:extLst>
          </p:cNvPr>
          <p:cNvSpPr/>
          <p:nvPr/>
        </p:nvSpPr>
        <p:spPr>
          <a:xfrm>
            <a:off x="11633004" y="2708653"/>
            <a:ext cx="949299" cy="807767"/>
          </a:xfrm>
          <a:custGeom>
            <a:avLst/>
            <a:gdLst/>
            <a:ahLst/>
            <a:cxnLst/>
            <a:rect l="l" t="t" r="r" b="b"/>
            <a:pathLst>
              <a:path w="949299" h="807767">
                <a:moveTo>
                  <a:pt x="0" y="0"/>
                </a:moveTo>
                <a:lnTo>
                  <a:pt x="949299" y="0"/>
                </a:lnTo>
                <a:lnTo>
                  <a:pt x="949299" y="807767"/>
                </a:lnTo>
                <a:lnTo>
                  <a:pt x="0" y="8077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2C4EE0C-C36F-601C-2F44-0F5C5E0630EC}"/>
              </a:ext>
            </a:extLst>
          </p:cNvPr>
          <p:cNvSpPr/>
          <p:nvPr/>
        </p:nvSpPr>
        <p:spPr>
          <a:xfrm>
            <a:off x="2563626" y="8789953"/>
            <a:ext cx="8171825" cy="1767157"/>
          </a:xfrm>
          <a:custGeom>
            <a:avLst/>
            <a:gdLst/>
            <a:ahLst/>
            <a:cxnLst/>
            <a:rect l="l" t="t" r="r" b="b"/>
            <a:pathLst>
              <a:path w="8171825" h="1767157">
                <a:moveTo>
                  <a:pt x="0" y="0"/>
                </a:moveTo>
                <a:lnTo>
                  <a:pt x="8171825" y="0"/>
                </a:lnTo>
                <a:lnTo>
                  <a:pt x="8171825" y="1767157"/>
                </a:lnTo>
                <a:lnTo>
                  <a:pt x="0" y="17671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E6B22C94-9CF6-A35B-3270-9E63FC38C198}"/>
              </a:ext>
            </a:extLst>
          </p:cNvPr>
          <p:cNvSpPr/>
          <p:nvPr/>
        </p:nvSpPr>
        <p:spPr>
          <a:xfrm flipH="1">
            <a:off x="-3588439" y="7883483"/>
            <a:ext cx="7634780" cy="2939390"/>
          </a:xfrm>
          <a:custGeom>
            <a:avLst/>
            <a:gdLst/>
            <a:ahLst/>
            <a:cxnLst/>
            <a:rect l="l" t="t" r="r" b="b"/>
            <a:pathLst>
              <a:path w="7634780" h="2939390">
                <a:moveTo>
                  <a:pt x="7634780" y="0"/>
                </a:moveTo>
                <a:lnTo>
                  <a:pt x="0" y="0"/>
                </a:lnTo>
                <a:lnTo>
                  <a:pt x="0" y="2939390"/>
                </a:lnTo>
                <a:lnTo>
                  <a:pt x="7634780" y="2939390"/>
                </a:lnTo>
                <a:lnTo>
                  <a:pt x="763478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8AD9CA9-8D35-7BBA-3E92-4CC791CB7FC9}"/>
              </a:ext>
            </a:extLst>
          </p:cNvPr>
          <p:cNvSpPr/>
          <p:nvPr/>
        </p:nvSpPr>
        <p:spPr>
          <a:xfrm>
            <a:off x="13190143" y="905084"/>
            <a:ext cx="2084584" cy="1136098"/>
          </a:xfrm>
          <a:custGeom>
            <a:avLst/>
            <a:gdLst/>
            <a:ahLst/>
            <a:cxnLst/>
            <a:rect l="l" t="t" r="r" b="b"/>
            <a:pathLst>
              <a:path w="2084584" h="1136098">
                <a:moveTo>
                  <a:pt x="0" y="0"/>
                </a:moveTo>
                <a:lnTo>
                  <a:pt x="2084585" y="0"/>
                </a:lnTo>
                <a:lnTo>
                  <a:pt x="2084585" y="1136099"/>
                </a:lnTo>
                <a:lnTo>
                  <a:pt x="0" y="1136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AE6B6907-B059-52F0-48AD-FCB807E2D8A4}"/>
              </a:ext>
            </a:extLst>
          </p:cNvPr>
          <p:cNvSpPr/>
          <p:nvPr/>
        </p:nvSpPr>
        <p:spPr>
          <a:xfrm>
            <a:off x="15646813" y="6675477"/>
            <a:ext cx="6474184" cy="1400042"/>
          </a:xfrm>
          <a:custGeom>
            <a:avLst/>
            <a:gdLst/>
            <a:ahLst/>
            <a:cxnLst/>
            <a:rect l="l" t="t" r="r" b="b"/>
            <a:pathLst>
              <a:path w="6474184" h="1400042">
                <a:moveTo>
                  <a:pt x="0" y="0"/>
                </a:moveTo>
                <a:lnTo>
                  <a:pt x="6474183" y="0"/>
                </a:lnTo>
                <a:lnTo>
                  <a:pt x="6474183" y="1400042"/>
                </a:lnTo>
                <a:lnTo>
                  <a:pt x="0" y="14000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BAE03876-FC00-04B6-731C-C5AF69889551}"/>
              </a:ext>
            </a:extLst>
          </p:cNvPr>
          <p:cNvSpPr/>
          <p:nvPr/>
        </p:nvSpPr>
        <p:spPr>
          <a:xfrm>
            <a:off x="17132118" y="5643592"/>
            <a:ext cx="1166984" cy="636007"/>
          </a:xfrm>
          <a:custGeom>
            <a:avLst/>
            <a:gdLst/>
            <a:ahLst/>
            <a:cxnLst/>
            <a:rect l="l" t="t" r="r" b="b"/>
            <a:pathLst>
              <a:path w="1166984" h="636007">
                <a:moveTo>
                  <a:pt x="0" y="0"/>
                </a:moveTo>
                <a:lnTo>
                  <a:pt x="1166985" y="0"/>
                </a:lnTo>
                <a:lnTo>
                  <a:pt x="1166985" y="636006"/>
                </a:lnTo>
                <a:lnTo>
                  <a:pt x="0" y="6360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9E7592C0-95E9-D067-9549-E9A5D8BE0FF0}"/>
              </a:ext>
            </a:extLst>
          </p:cNvPr>
          <p:cNvSpPr/>
          <p:nvPr/>
        </p:nvSpPr>
        <p:spPr>
          <a:xfrm>
            <a:off x="15274728" y="296451"/>
            <a:ext cx="6048750" cy="7767256"/>
          </a:xfrm>
          <a:custGeom>
            <a:avLst/>
            <a:gdLst/>
            <a:ahLst/>
            <a:cxnLst/>
            <a:rect l="l" t="t" r="r" b="b"/>
            <a:pathLst>
              <a:path w="6048750" h="7767256">
                <a:moveTo>
                  <a:pt x="0" y="0"/>
                </a:moveTo>
                <a:lnTo>
                  <a:pt x="6048750" y="0"/>
                </a:lnTo>
                <a:lnTo>
                  <a:pt x="6048750" y="7767256"/>
                </a:lnTo>
                <a:lnTo>
                  <a:pt x="0" y="77672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4A43EC0A-62D8-8464-F0FE-026A1C45AD24}"/>
              </a:ext>
            </a:extLst>
          </p:cNvPr>
          <p:cNvSpPr/>
          <p:nvPr/>
        </p:nvSpPr>
        <p:spPr>
          <a:xfrm>
            <a:off x="11715421" y="3997775"/>
            <a:ext cx="4759614" cy="5355403"/>
          </a:xfrm>
          <a:custGeom>
            <a:avLst/>
            <a:gdLst/>
            <a:ahLst/>
            <a:cxnLst/>
            <a:rect l="l" t="t" r="r" b="b"/>
            <a:pathLst>
              <a:path w="4759614" h="5355403">
                <a:moveTo>
                  <a:pt x="0" y="0"/>
                </a:moveTo>
                <a:lnTo>
                  <a:pt x="4759614" y="0"/>
                </a:lnTo>
                <a:lnTo>
                  <a:pt x="4759614" y="5355403"/>
                </a:lnTo>
                <a:lnTo>
                  <a:pt x="0" y="535540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D" dirty="0"/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F3C0BFD5-7B61-E21D-13EE-5BB84B389BE3}"/>
              </a:ext>
            </a:extLst>
          </p:cNvPr>
          <p:cNvSpPr txBox="1"/>
          <p:nvPr/>
        </p:nvSpPr>
        <p:spPr>
          <a:xfrm>
            <a:off x="1410263" y="2822736"/>
            <a:ext cx="8945632" cy="393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Surah At-Tin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terdiri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atas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8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ayat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Berisi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tentang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penciptaan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manusia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dalam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bentuk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yang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sempurna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anjuran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beriman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serta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beramal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saleh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Silahkan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buka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Al-Qur’an masing-masing dan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bacalah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surah At-Tin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tartil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penuh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165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penghayatan</a:t>
            </a:r>
            <a:r>
              <a:rPr lang="en-US" sz="3165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3929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53079" y="7270964"/>
            <a:ext cx="2909150" cy="1585487"/>
          </a:xfrm>
          <a:custGeom>
            <a:avLst/>
            <a:gdLst/>
            <a:ahLst/>
            <a:cxnLst/>
            <a:rect l="l" t="t" r="r" b="b"/>
            <a:pathLst>
              <a:path w="2909150" h="1585487">
                <a:moveTo>
                  <a:pt x="0" y="0"/>
                </a:moveTo>
                <a:lnTo>
                  <a:pt x="2909149" y="0"/>
                </a:lnTo>
                <a:lnTo>
                  <a:pt x="2909149" y="1585486"/>
                </a:lnTo>
                <a:lnTo>
                  <a:pt x="0" y="1585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700732" y="7270964"/>
            <a:ext cx="19261991" cy="2455904"/>
          </a:xfrm>
          <a:custGeom>
            <a:avLst/>
            <a:gdLst/>
            <a:ahLst/>
            <a:cxnLst/>
            <a:rect l="l" t="t" r="r" b="b"/>
            <a:pathLst>
              <a:path w="19261991" h="2455904">
                <a:moveTo>
                  <a:pt x="0" y="0"/>
                </a:moveTo>
                <a:lnTo>
                  <a:pt x="19261991" y="0"/>
                </a:lnTo>
                <a:lnTo>
                  <a:pt x="19261991" y="2455904"/>
                </a:lnTo>
                <a:lnTo>
                  <a:pt x="0" y="24559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700797" y="6993564"/>
            <a:ext cx="1401593" cy="763868"/>
          </a:xfrm>
          <a:custGeom>
            <a:avLst/>
            <a:gdLst/>
            <a:ahLst/>
            <a:cxnLst/>
            <a:rect l="l" t="t" r="r" b="b"/>
            <a:pathLst>
              <a:path w="1401593" h="763868">
                <a:moveTo>
                  <a:pt x="0" y="0"/>
                </a:moveTo>
                <a:lnTo>
                  <a:pt x="1401594" y="0"/>
                </a:lnTo>
                <a:lnTo>
                  <a:pt x="1401594" y="763868"/>
                </a:lnTo>
                <a:lnTo>
                  <a:pt x="0" y="7638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61170">
            <a:off x="-1376639" y="8290066"/>
            <a:ext cx="20184637" cy="8856009"/>
          </a:xfrm>
          <a:custGeom>
            <a:avLst/>
            <a:gdLst/>
            <a:ahLst/>
            <a:cxnLst/>
            <a:rect l="l" t="t" r="r" b="b"/>
            <a:pathLst>
              <a:path w="20184637" h="8856009">
                <a:moveTo>
                  <a:pt x="0" y="0"/>
                </a:moveTo>
                <a:lnTo>
                  <a:pt x="20184637" y="0"/>
                </a:lnTo>
                <a:lnTo>
                  <a:pt x="20184637" y="8856010"/>
                </a:lnTo>
                <a:lnTo>
                  <a:pt x="0" y="885601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909469"/>
            <a:ext cx="10737458" cy="131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1"/>
              </a:lnSpc>
            </a:pPr>
            <a:r>
              <a:rPr lang="en-US" sz="9898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Membaca Surah At-Tin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1633004" y="2708653"/>
            <a:ext cx="949299" cy="807767"/>
          </a:xfrm>
          <a:custGeom>
            <a:avLst/>
            <a:gdLst/>
            <a:ahLst/>
            <a:cxnLst/>
            <a:rect l="l" t="t" r="r" b="b"/>
            <a:pathLst>
              <a:path w="949299" h="807767">
                <a:moveTo>
                  <a:pt x="0" y="0"/>
                </a:moveTo>
                <a:lnTo>
                  <a:pt x="949299" y="0"/>
                </a:lnTo>
                <a:lnTo>
                  <a:pt x="949299" y="807767"/>
                </a:lnTo>
                <a:lnTo>
                  <a:pt x="0" y="8077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563626" y="8789953"/>
            <a:ext cx="8171825" cy="1767157"/>
          </a:xfrm>
          <a:custGeom>
            <a:avLst/>
            <a:gdLst/>
            <a:ahLst/>
            <a:cxnLst/>
            <a:rect l="l" t="t" r="r" b="b"/>
            <a:pathLst>
              <a:path w="8171825" h="1767157">
                <a:moveTo>
                  <a:pt x="0" y="0"/>
                </a:moveTo>
                <a:lnTo>
                  <a:pt x="8171825" y="0"/>
                </a:lnTo>
                <a:lnTo>
                  <a:pt x="8171825" y="1767157"/>
                </a:lnTo>
                <a:lnTo>
                  <a:pt x="0" y="176715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flipH="1">
            <a:off x="-3588439" y="7883483"/>
            <a:ext cx="7634780" cy="2939390"/>
          </a:xfrm>
          <a:custGeom>
            <a:avLst/>
            <a:gdLst/>
            <a:ahLst/>
            <a:cxnLst/>
            <a:rect l="l" t="t" r="r" b="b"/>
            <a:pathLst>
              <a:path w="7634780" h="2939390">
                <a:moveTo>
                  <a:pt x="7634780" y="0"/>
                </a:moveTo>
                <a:lnTo>
                  <a:pt x="0" y="0"/>
                </a:lnTo>
                <a:lnTo>
                  <a:pt x="0" y="2939390"/>
                </a:lnTo>
                <a:lnTo>
                  <a:pt x="7634780" y="2939390"/>
                </a:lnTo>
                <a:lnTo>
                  <a:pt x="763478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3190143" y="905084"/>
            <a:ext cx="2084584" cy="1136098"/>
          </a:xfrm>
          <a:custGeom>
            <a:avLst/>
            <a:gdLst/>
            <a:ahLst/>
            <a:cxnLst/>
            <a:rect l="l" t="t" r="r" b="b"/>
            <a:pathLst>
              <a:path w="2084584" h="1136098">
                <a:moveTo>
                  <a:pt x="0" y="0"/>
                </a:moveTo>
                <a:lnTo>
                  <a:pt x="2084585" y="0"/>
                </a:lnTo>
                <a:lnTo>
                  <a:pt x="2084585" y="1136099"/>
                </a:lnTo>
                <a:lnTo>
                  <a:pt x="0" y="1136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646813" y="6675477"/>
            <a:ext cx="6474184" cy="1400042"/>
          </a:xfrm>
          <a:custGeom>
            <a:avLst/>
            <a:gdLst/>
            <a:ahLst/>
            <a:cxnLst/>
            <a:rect l="l" t="t" r="r" b="b"/>
            <a:pathLst>
              <a:path w="6474184" h="1400042">
                <a:moveTo>
                  <a:pt x="0" y="0"/>
                </a:moveTo>
                <a:lnTo>
                  <a:pt x="6474183" y="0"/>
                </a:lnTo>
                <a:lnTo>
                  <a:pt x="6474183" y="1400042"/>
                </a:lnTo>
                <a:lnTo>
                  <a:pt x="0" y="14000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7132118" y="5643592"/>
            <a:ext cx="1166984" cy="636007"/>
          </a:xfrm>
          <a:custGeom>
            <a:avLst/>
            <a:gdLst/>
            <a:ahLst/>
            <a:cxnLst/>
            <a:rect l="l" t="t" r="r" b="b"/>
            <a:pathLst>
              <a:path w="1166984" h="636007">
                <a:moveTo>
                  <a:pt x="0" y="0"/>
                </a:moveTo>
                <a:lnTo>
                  <a:pt x="1166985" y="0"/>
                </a:lnTo>
                <a:lnTo>
                  <a:pt x="1166985" y="636006"/>
                </a:lnTo>
                <a:lnTo>
                  <a:pt x="0" y="63600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274728" y="296451"/>
            <a:ext cx="6048750" cy="7767256"/>
          </a:xfrm>
          <a:custGeom>
            <a:avLst/>
            <a:gdLst/>
            <a:ahLst/>
            <a:cxnLst/>
            <a:rect l="l" t="t" r="r" b="b"/>
            <a:pathLst>
              <a:path w="6048750" h="7767256">
                <a:moveTo>
                  <a:pt x="0" y="0"/>
                </a:moveTo>
                <a:lnTo>
                  <a:pt x="6048750" y="0"/>
                </a:lnTo>
                <a:lnTo>
                  <a:pt x="6048750" y="7767256"/>
                </a:lnTo>
                <a:lnTo>
                  <a:pt x="0" y="77672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715421" y="3997775"/>
            <a:ext cx="4759614" cy="5355403"/>
          </a:xfrm>
          <a:custGeom>
            <a:avLst/>
            <a:gdLst/>
            <a:ahLst/>
            <a:cxnLst/>
            <a:rect l="l" t="t" r="r" b="b"/>
            <a:pathLst>
              <a:path w="4759614" h="5355403">
                <a:moveTo>
                  <a:pt x="0" y="0"/>
                </a:moveTo>
                <a:lnTo>
                  <a:pt x="4759614" y="0"/>
                </a:lnTo>
                <a:lnTo>
                  <a:pt x="4759614" y="5355403"/>
                </a:lnTo>
                <a:lnTo>
                  <a:pt x="0" y="535540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EFEA565-58AF-10C3-8F0B-E396FB4FAFA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2608" y="2422043"/>
            <a:ext cx="12364491" cy="73392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1000" y="3442454"/>
            <a:ext cx="16058018" cy="5935077"/>
            <a:chOff x="0" y="0"/>
            <a:chExt cx="2309819" cy="12403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09819" cy="1240369"/>
            </a:xfrm>
            <a:custGeom>
              <a:avLst/>
              <a:gdLst/>
              <a:ahLst/>
              <a:cxnLst/>
              <a:rect l="l" t="t" r="r" b="b"/>
              <a:pathLst>
                <a:path w="2309819" h="1240369">
                  <a:moveTo>
                    <a:pt x="16028" y="0"/>
                  </a:moveTo>
                  <a:lnTo>
                    <a:pt x="2293790" y="0"/>
                  </a:lnTo>
                  <a:cubicBezTo>
                    <a:pt x="2298041" y="0"/>
                    <a:pt x="2302118" y="1689"/>
                    <a:pt x="2305124" y="4695"/>
                  </a:cubicBezTo>
                  <a:cubicBezTo>
                    <a:pt x="2308130" y="7701"/>
                    <a:pt x="2309819" y="11777"/>
                    <a:pt x="2309819" y="16028"/>
                  </a:cubicBezTo>
                  <a:lnTo>
                    <a:pt x="2309819" y="1224340"/>
                  </a:lnTo>
                  <a:cubicBezTo>
                    <a:pt x="2309819" y="1228591"/>
                    <a:pt x="2308130" y="1232668"/>
                    <a:pt x="2305124" y="1235674"/>
                  </a:cubicBezTo>
                  <a:cubicBezTo>
                    <a:pt x="2302118" y="1238680"/>
                    <a:pt x="2298041" y="1240369"/>
                    <a:pt x="2293790" y="1240369"/>
                  </a:cubicBezTo>
                  <a:lnTo>
                    <a:pt x="16028" y="1240369"/>
                  </a:lnTo>
                  <a:cubicBezTo>
                    <a:pt x="11777" y="1240369"/>
                    <a:pt x="7701" y="1238680"/>
                    <a:pt x="4695" y="1235674"/>
                  </a:cubicBezTo>
                  <a:cubicBezTo>
                    <a:pt x="1689" y="1232668"/>
                    <a:pt x="0" y="1228591"/>
                    <a:pt x="0" y="1224340"/>
                  </a:cubicBezTo>
                  <a:lnTo>
                    <a:pt x="0" y="16028"/>
                  </a:lnTo>
                  <a:cubicBezTo>
                    <a:pt x="0" y="11777"/>
                    <a:pt x="1689" y="7701"/>
                    <a:pt x="4695" y="4695"/>
                  </a:cubicBezTo>
                  <a:cubicBezTo>
                    <a:pt x="7701" y="1689"/>
                    <a:pt x="11777" y="0"/>
                    <a:pt x="160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2309819" cy="128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-1205551" y="6775611"/>
            <a:ext cx="20184982" cy="2573585"/>
          </a:xfrm>
          <a:custGeom>
            <a:avLst/>
            <a:gdLst/>
            <a:ahLst/>
            <a:cxnLst/>
            <a:rect l="l" t="t" r="r" b="b"/>
            <a:pathLst>
              <a:path w="20184982" h="2573585">
                <a:moveTo>
                  <a:pt x="20184982" y="0"/>
                </a:moveTo>
                <a:lnTo>
                  <a:pt x="0" y="0"/>
                </a:lnTo>
                <a:lnTo>
                  <a:pt x="0" y="2573585"/>
                </a:lnTo>
                <a:lnTo>
                  <a:pt x="20184982" y="2573585"/>
                </a:lnTo>
                <a:lnTo>
                  <a:pt x="201849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620588" y="6482923"/>
            <a:ext cx="2177273" cy="1186614"/>
          </a:xfrm>
          <a:custGeom>
            <a:avLst/>
            <a:gdLst/>
            <a:ahLst/>
            <a:cxnLst/>
            <a:rect l="l" t="t" r="r" b="b"/>
            <a:pathLst>
              <a:path w="2177273" h="1186614">
                <a:moveTo>
                  <a:pt x="0" y="0"/>
                </a:moveTo>
                <a:lnTo>
                  <a:pt x="2177273" y="0"/>
                </a:lnTo>
                <a:lnTo>
                  <a:pt x="2177273" y="1186614"/>
                </a:lnTo>
                <a:lnTo>
                  <a:pt x="0" y="1186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3017" y="7340782"/>
            <a:ext cx="5950486" cy="1286793"/>
          </a:xfrm>
          <a:custGeom>
            <a:avLst/>
            <a:gdLst/>
            <a:ahLst/>
            <a:cxnLst/>
            <a:rect l="l" t="t" r="r" b="b"/>
            <a:pathLst>
              <a:path w="5950486" h="1286793">
                <a:moveTo>
                  <a:pt x="0" y="0"/>
                </a:moveTo>
                <a:lnTo>
                  <a:pt x="5950486" y="0"/>
                </a:lnTo>
                <a:lnTo>
                  <a:pt x="5950486" y="1286793"/>
                </a:lnTo>
                <a:lnTo>
                  <a:pt x="0" y="1286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>
            <a:off x="-3728722" y="5979488"/>
            <a:ext cx="6033535" cy="2322911"/>
          </a:xfrm>
          <a:custGeom>
            <a:avLst/>
            <a:gdLst/>
            <a:ahLst/>
            <a:cxnLst/>
            <a:rect l="l" t="t" r="r" b="b"/>
            <a:pathLst>
              <a:path w="6033535" h="2322911">
                <a:moveTo>
                  <a:pt x="6033534" y="0"/>
                </a:moveTo>
                <a:lnTo>
                  <a:pt x="0" y="0"/>
                </a:lnTo>
                <a:lnTo>
                  <a:pt x="0" y="2322911"/>
                </a:lnTo>
                <a:lnTo>
                  <a:pt x="6033534" y="2322911"/>
                </a:lnTo>
                <a:lnTo>
                  <a:pt x="603353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333751">
            <a:off x="-1178853" y="8346033"/>
            <a:ext cx="19767916" cy="8673173"/>
          </a:xfrm>
          <a:custGeom>
            <a:avLst/>
            <a:gdLst/>
            <a:ahLst/>
            <a:cxnLst/>
            <a:rect l="l" t="t" r="r" b="b"/>
            <a:pathLst>
              <a:path w="19767916" h="8673173">
                <a:moveTo>
                  <a:pt x="0" y="0"/>
                </a:moveTo>
                <a:lnTo>
                  <a:pt x="19767917" y="0"/>
                </a:lnTo>
                <a:lnTo>
                  <a:pt x="19767917" y="8673174"/>
                </a:lnTo>
                <a:lnTo>
                  <a:pt x="0" y="86731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6481611" y="3977126"/>
            <a:ext cx="951893" cy="809974"/>
          </a:xfrm>
          <a:custGeom>
            <a:avLst/>
            <a:gdLst/>
            <a:ahLst/>
            <a:cxnLst/>
            <a:rect l="l" t="t" r="r" b="b"/>
            <a:pathLst>
              <a:path w="951893" h="809974">
                <a:moveTo>
                  <a:pt x="951892" y="0"/>
                </a:moveTo>
                <a:lnTo>
                  <a:pt x="0" y="0"/>
                </a:lnTo>
                <a:lnTo>
                  <a:pt x="0" y="809974"/>
                </a:lnTo>
                <a:lnTo>
                  <a:pt x="951892" y="809974"/>
                </a:lnTo>
                <a:lnTo>
                  <a:pt x="95189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522680" y="5672949"/>
            <a:ext cx="1434877" cy="782008"/>
          </a:xfrm>
          <a:custGeom>
            <a:avLst/>
            <a:gdLst/>
            <a:ahLst/>
            <a:cxnLst/>
            <a:rect l="l" t="t" r="r" b="b"/>
            <a:pathLst>
              <a:path w="1434877" h="782008">
                <a:moveTo>
                  <a:pt x="0" y="0"/>
                </a:moveTo>
                <a:lnTo>
                  <a:pt x="1434877" y="0"/>
                </a:lnTo>
                <a:lnTo>
                  <a:pt x="1434877" y="782008"/>
                </a:lnTo>
                <a:lnTo>
                  <a:pt x="0" y="782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909469"/>
            <a:ext cx="7858240" cy="253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1"/>
              </a:lnSpc>
            </a:pP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Hukum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Bacaan</a:t>
            </a: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 Nun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Sukun</a:t>
            </a: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 dan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Tanwin</a:t>
            </a:r>
            <a:endParaRPr lang="en-US" sz="9898" dirty="0">
              <a:solidFill>
                <a:srgbClr val="205179"/>
              </a:solidFill>
              <a:latin typeface="Marykate"/>
              <a:ea typeface="Marykate"/>
              <a:cs typeface="Marykate"/>
              <a:sym typeface="Marykat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10446" y="3740435"/>
            <a:ext cx="15086754" cy="3966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1706" lvl="1">
              <a:lnSpc>
                <a:spcPct val="150000"/>
              </a:lnSpc>
            </a:pPr>
            <a:r>
              <a:rPr lang="en-US" sz="4400" b="1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Izhar </a:t>
            </a:r>
            <a:r>
              <a:rPr lang="en-US" sz="4400" b="1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Halqi</a:t>
            </a:r>
            <a:endParaRPr lang="en-US" sz="4400" b="1" dirty="0">
              <a:solidFill>
                <a:srgbClr val="20517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83411" lvl="1" indent="-341705">
              <a:lnSpc>
                <a:spcPct val="150000"/>
              </a:lnSpc>
              <a:buFont typeface="Arial"/>
              <a:buChar char="•"/>
            </a:pP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Nun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sukun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atau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tanwin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bertemu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huruf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</a:p>
          <a:p>
            <a:pPr marL="683411" lvl="1" indent="-341705">
              <a:lnSpc>
                <a:spcPct val="150000"/>
              </a:lnSpc>
              <a:buFont typeface="Arial"/>
              <a:buChar char="•"/>
            </a:pPr>
            <a:r>
              <a:rPr lang="ar-AE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ء ه ع ح غ خ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endParaRPr lang="ar-AE" sz="4400" dirty="0">
              <a:solidFill>
                <a:srgbClr val="20517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83411" lvl="1" indent="-341705">
              <a:lnSpc>
                <a:spcPct val="150000"/>
              </a:lnSpc>
              <a:buFont typeface="Arial"/>
              <a:buChar char="•"/>
            </a:pP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Dibaca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jelas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tanpa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dengung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6" name="Freeform 16"/>
          <p:cNvSpPr/>
          <p:nvPr/>
        </p:nvSpPr>
        <p:spPr>
          <a:xfrm flipH="1">
            <a:off x="10139703" y="7826968"/>
            <a:ext cx="9338355" cy="3595267"/>
          </a:xfrm>
          <a:custGeom>
            <a:avLst/>
            <a:gdLst/>
            <a:ahLst/>
            <a:cxnLst/>
            <a:rect l="l" t="t" r="r" b="b"/>
            <a:pathLst>
              <a:path w="9338355" h="3595267">
                <a:moveTo>
                  <a:pt x="9338355" y="0"/>
                </a:moveTo>
                <a:lnTo>
                  <a:pt x="0" y="0"/>
                </a:lnTo>
                <a:lnTo>
                  <a:pt x="0" y="3595266"/>
                </a:lnTo>
                <a:lnTo>
                  <a:pt x="9338355" y="3595266"/>
                </a:lnTo>
                <a:lnTo>
                  <a:pt x="933835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443464" y="6775611"/>
            <a:ext cx="1316910" cy="717716"/>
          </a:xfrm>
          <a:custGeom>
            <a:avLst/>
            <a:gdLst/>
            <a:ahLst/>
            <a:cxnLst/>
            <a:rect l="l" t="t" r="r" b="b"/>
            <a:pathLst>
              <a:path w="1316910" h="717716">
                <a:moveTo>
                  <a:pt x="0" y="0"/>
                </a:moveTo>
                <a:lnTo>
                  <a:pt x="1316911" y="0"/>
                </a:lnTo>
                <a:lnTo>
                  <a:pt x="1316911" y="717716"/>
                </a:lnTo>
                <a:lnTo>
                  <a:pt x="0" y="7177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36E00-AD9F-9B12-6AAC-C48EA0D9D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532D809-312C-D029-4C38-539DF0F3A158}"/>
              </a:ext>
            </a:extLst>
          </p:cNvPr>
          <p:cNvGrpSpPr/>
          <p:nvPr/>
        </p:nvGrpSpPr>
        <p:grpSpPr>
          <a:xfrm>
            <a:off x="381000" y="3442454"/>
            <a:ext cx="16058018" cy="5935077"/>
            <a:chOff x="0" y="0"/>
            <a:chExt cx="2309819" cy="12403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ACF0838-F283-13D4-8B09-0C288B49DA78}"/>
                </a:ext>
              </a:extLst>
            </p:cNvPr>
            <p:cNvSpPr/>
            <p:nvPr/>
          </p:nvSpPr>
          <p:spPr>
            <a:xfrm>
              <a:off x="0" y="0"/>
              <a:ext cx="2309819" cy="1240369"/>
            </a:xfrm>
            <a:custGeom>
              <a:avLst/>
              <a:gdLst/>
              <a:ahLst/>
              <a:cxnLst/>
              <a:rect l="l" t="t" r="r" b="b"/>
              <a:pathLst>
                <a:path w="2309819" h="1240369">
                  <a:moveTo>
                    <a:pt x="16028" y="0"/>
                  </a:moveTo>
                  <a:lnTo>
                    <a:pt x="2293790" y="0"/>
                  </a:lnTo>
                  <a:cubicBezTo>
                    <a:pt x="2298041" y="0"/>
                    <a:pt x="2302118" y="1689"/>
                    <a:pt x="2305124" y="4695"/>
                  </a:cubicBezTo>
                  <a:cubicBezTo>
                    <a:pt x="2308130" y="7701"/>
                    <a:pt x="2309819" y="11777"/>
                    <a:pt x="2309819" y="16028"/>
                  </a:cubicBezTo>
                  <a:lnTo>
                    <a:pt x="2309819" y="1224340"/>
                  </a:lnTo>
                  <a:cubicBezTo>
                    <a:pt x="2309819" y="1228591"/>
                    <a:pt x="2308130" y="1232668"/>
                    <a:pt x="2305124" y="1235674"/>
                  </a:cubicBezTo>
                  <a:cubicBezTo>
                    <a:pt x="2302118" y="1238680"/>
                    <a:pt x="2298041" y="1240369"/>
                    <a:pt x="2293790" y="1240369"/>
                  </a:cubicBezTo>
                  <a:lnTo>
                    <a:pt x="16028" y="1240369"/>
                  </a:lnTo>
                  <a:cubicBezTo>
                    <a:pt x="11777" y="1240369"/>
                    <a:pt x="7701" y="1238680"/>
                    <a:pt x="4695" y="1235674"/>
                  </a:cubicBezTo>
                  <a:cubicBezTo>
                    <a:pt x="1689" y="1232668"/>
                    <a:pt x="0" y="1228591"/>
                    <a:pt x="0" y="1224340"/>
                  </a:cubicBezTo>
                  <a:lnTo>
                    <a:pt x="0" y="16028"/>
                  </a:lnTo>
                  <a:cubicBezTo>
                    <a:pt x="0" y="11777"/>
                    <a:pt x="1689" y="7701"/>
                    <a:pt x="4695" y="4695"/>
                  </a:cubicBezTo>
                  <a:cubicBezTo>
                    <a:pt x="7701" y="1689"/>
                    <a:pt x="11777" y="0"/>
                    <a:pt x="160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7F71108-F029-6173-3551-EBB8E13832E3}"/>
                </a:ext>
              </a:extLst>
            </p:cNvPr>
            <p:cNvSpPr txBox="1"/>
            <p:nvPr/>
          </p:nvSpPr>
          <p:spPr>
            <a:xfrm>
              <a:off x="0" y="-47625"/>
              <a:ext cx="2309819" cy="128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3F6D1B2-7F7F-5DB1-40EF-2DA29C21A702}"/>
              </a:ext>
            </a:extLst>
          </p:cNvPr>
          <p:cNvSpPr/>
          <p:nvPr/>
        </p:nvSpPr>
        <p:spPr>
          <a:xfrm flipH="1">
            <a:off x="-1205551" y="6775611"/>
            <a:ext cx="20184982" cy="2573585"/>
          </a:xfrm>
          <a:custGeom>
            <a:avLst/>
            <a:gdLst/>
            <a:ahLst/>
            <a:cxnLst/>
            <a:rect l="l" t="t" r="r" b="b"/>
            <a:pathLst>
              <a:path w="20184982" h="2573585">
                <a:moveTo>
                  <a:pt x="20184982" y="0"/>
                </a:moveTo>
                <a:lnTo>
                  <a:pt x="0" y="0"/>
                </a:lnTo>
                <a:lnTo>
                  <a:pt x="0" y="2573585"/>
                </a:lnTo>
                <a:lnTo>
                  <a:pt x="20184982" y="2573585"/>
                </a:lnTo>
                <a:lnTo>
                  <a:pt x="201849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D258207-BC9F-50AD-1926-E16993F5CD81}"/>
              </a:ext>
            </a:extLst>
          </p:cNvPr>
          <p:cNvSpPr/>
          <p:nvPr/>
        </p:nvSpPr>
        <p:spPr>
          <a:xfrm>
            <a:off x="16620588" y="6482923"/>
            <a:ext cx="2177273" cy="1186614"/>
          </a:xfrm>
          <a:custGeom>
            <a:avLst/>
            <a:gdLst/>
            <a:ahLst/>
            <a:cxnLst/>
            <a:rect l="l" t="t" r="r" b="b"/>
            <a:pathLst>
              <a:path w="2177273" h="1186614">
                <a:moveTo>
                  <a:pt x="0" y="0"/>
                </a:moveTo>
                <a:lnTo>
                  <a:pt x="2177273" y="0"/>
                </a:lnTo>
                <a:lnTo>
                  <a:pt x="2177273" y="1186614"/>
                </a:lnTo>
                <a:lnTo>
                  <a:pt x="0" y="1186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8F5D646-0923-9AF5-8001-03B95451E357}"/>
              </a:ext>
            </a:extLst>
          </p:cNvPr>
          <p:cNvSpPr/>
          <p:nvPr/>
        </p:nvSpPr>
        <p:spPr>
          <a:xfrm>
            <a:off x="1483017" y="7340782"/>
            <a:ext cx="5950486" cy="1286793"/>
          </a:xfrm>
          <a:custGeom>
            <a:avLst/>
            <a:gdLst/>
            <a:ahLst/>
            <a:cxnLst/>
            <a:rect l="l" t="t" r="r" b="b"/>
            <a:pathLst>
              <a:path w="5950486" h="1286793">
                <a:moveTo>
                  <a:pt x="0" y="0"/>
                </a:moveTo>
                <a:lnTo>
                  <a:pt x="5950486" y="0"/>
                </a:lnTo>
                <a:lnTo>
                  <a:pt x="5950486" y="1286793"/>
                </a:lnTo>
                <a:lnTo>
                  <a:pt x="0" y="1286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EEE9DFB-6C99-1B94-7DD2-BB9ED7A3DACF}"/>
              </a:ext>
            </a:extLst>
          </p:cNvPr>
          <p:cNvSpPr/>
          <p:nvPr/>
        </p:nvSpPr>
        <p:spPr>
          <a:xfrm flipH="1">
            <a:off x="-3728722" y="5979488"/>
            <a:ext cx="6033535" cy="2322911"/>
          </a:xfrm>
          <a:custGeom>
            <a:avLst/>
            <a:gdLst/>
            <a:ahLst/>
            <a:cxnLst/>
            <a:rect l="l" t="t" r="r" b="b"/>
            <a:pathLst>
              <a:path w="6033535" h="2322911">
                <a:moveTo>
                  <a:pt x="6033534" y="0"/>
                </a:moveTo>
                <a:lnTo>
                  <a:pt x="0" y="0"/>
                </a:lnTo>
                <a:lnTo>
                  <a:pt x="0" y="2322911"/>
                </a:lnTo>
                <a:lnTo>
                  <a:pt x="6033534" y="2322911"/>
                </a:lnTo>
                <a:lnTo>
                  <a:pt x="603353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6B3C4DA-121C-9686-BFCC-7246A85F5CC8}"/>
              </a:ext>
            </a:extLst>
          </p:cNvPr>
          <p:cNvSpPr/>
          <p:nvPr/>
        </p:nvSpPr>
        <p:spPr>
          <a:xfrm rot="333751">
            <a:off x="-1178853" y="8346033"/>
            <a:ext cx="19767916" cy="8673173"/>
          </a:xfrm>
          <a:custGeom>
            <a:avLst/>
            <a:gdLst/>
            <a:ahLst/>
            <a:cxnLst/>
            <a:rect l="l" t="t" r="r" b="b"/>
            <a:pathLst>
              <a:path w="19767916" h="8673173">
                <a:moveTo>
                  <a:pt x="0" y="0"/>
                </a:moveTo>
                <a:lnTo>
                  <a:pt x="19767917" y="0"/>
                </a:lnTo>
                <a:lnTo>
                  <a:pt x="19767917" y="8673174"/>
                </a:lnTo>
                <a:lnTo>
                  <a:pt x="0" y="86731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28CD752-0595-FF42-36FF-A9F1B89BCF57}"/>
              </a:ext>
            </a:extLst>
          </p:cNvPr>
          <p:cNvSpPr/>
          <p:nvPr/>
        </p:nvSpPr>
        <p:spPr>
          <a:xfrm flipH="1">
            <a:off x="6481611" y="3977126"/>
            <a:ext cx="951893" cy="809974"/>
          </a:xfrm>
          <a:custGeom>
            <a:avLst/>
            <a:gdLst/>
            <a:ahLst/>
            <a:cxnLst/>
            <a:rect l="l" t="t" r="r" b="b"/>
            <a:pathLst>
              <a:path w="951893" h="809974">
                <a:moveTo>
                  <a:pt x="951892" y="0"/>
                </a:moveTo>
                <a:lnTo>
                  <a:pt x="0" y="0"/>
                </a:lnTo>
                <a:lnTo>
                  <a:pt x="0" y="809974"/>
                </a:lnTo>
                <a:lnTo>
                  <a:pt x="951892" y="809974"/>
                </a:lnTo>
                <a:lnTo>
                  <a:pt x="95189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E684DD2-E46A-E9EC-8173-868B15CAF094}"/>
              </a:ext>
            </a:extLst>
          </p:cNvPr>
          <p:cNvSpPr/>
          <p:nvPr/>
        </p:nvSpPr>
        <p:spPr>
          <a:xfrm>
            <a:off x="5522680" y="5672949"/>
            <a:ext cx="1434877" cy="782008"/>
          </a:xfrm>
          <a:custGeom>
            <a:avLst/>
            <a:gdLst/>
            <a:ahLst/>
            <a:cxnLst/>
            <a:rect l="l" t="t" r="r" b="b"/>
            <a:pathLst>
              <a:path w="1434877" h="782008">
                <a:moveTo>
                  <a:pt x="0" y="0"/>
                </a:moveTo>
                <a:lnTo>
                  <a:pt x="1434877" y="0"/>
                </a:lnTo>
                <a:lnTo>
                  <a:pt x="1434877" y="782008"/>
                </a:lnTo>
                <a:lnTo>
                  <a:pt x="0" y="782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9E99EF2B-3FFE-A3A3-E2CA-F0F2B7F3CBC1}"/>
              </a:ext>
            </a:extLst>
          </p:cNvPr>
          <p:cNvSpPr txBox="1"/>
          <p:nvPr/>
        </p:nvSpPr>
        <p:spPr>
          <a:xfrm>
            <a:off x="1028700" y="909469"/>
            <a:ext cx="7858240" cy="253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1"/>
              </a:lnSpc>
            </a:pP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Hukum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Bacaan</a:t>
            </a: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 Nun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Sukun</a:t>
            </a: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 dan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Tanwin</a:t>
            </a:r>
            <a:endParaRPr lang="en-US" sz="9898" dirty="0">
              <a:solidFill>
                <a:srgbClr val="205179"/>
              </a:solidFill>
              <a:latin typeface="Marykate"/>
              <a:ea typeface="Marykate"/>
              <a:cs typeface="Marykate"/>
              <a:sym typeface="Marykate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2819D6C-F4AE-006C-A078-A9D0F51A30EA}"/>
              </a:ext>
            </a:extLst>
          </p:cNvPr>
          <p:cNvSpPr txBox="1"/>
          <p:nvPr/>
        </p:nvSpPr>
        <p:spPr>
          <a:xfrm>
            <a:off x="610446" y="3740435"/>
            <a:ext cx="15086754" cy="35435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1706" lvl="1">
              <a:lnSpc>
                <a:spcPct val="150000"/>
              </a:lnSpc>
            </a:pPr>
            <a:r>
              <a:rPr lang="en-US" sz="4400" b="1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Idgam</a:t>
            </a:r>
            <a:r>
              <a:rPr lang="en-US" sz="4400" b="1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b="1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Bigunnah</a:t>
            </a:r>
            <a:endParaRPr lang="en-US" sz="4400" b="1" dirty="0">
              <a:solidFill>
                <a:srgbClr val="20517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83411" lvl="1" indent="-341705">
              <a:lnSpc>
                <a:spcPct val="200000"/>
              </a:lnSpc>
              <a:buFont typeface="Arial"/>
              <a:buChar char="•"/>
            </a:pP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Nun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sukun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atau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tanwin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bertemu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huruf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ar-AE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ي ن م و</a:t>
            </a:r>
          </a:p>
          <a:p>
            <a:pPr marL="683411" lvl="1" indent="-341705">
              <a:lnSpc>
                <a:spcPct val="200000"/>
              </a:lnSpc>
              <a:buFont typeface="Arial"/>
              <a:buChar char="•"/>
            </a:pP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Dibaca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masuk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dan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berdengung</a:t>
            </a:r>
            <a:endParaRPr lang="en-US" sz="4400" dirty="0">
              <a:solidFill>
                <a:srgbClr val="2051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72E3CD26-9857-2967-C539-52CCBF794567}"/>
              </a:ext>
            </a:extLst>
          </p:cNvPr>
          <p:cNvSpPr/>
          <p:nvPr/>
        </p:nvSpPr>
        <p:spPr>
          <a:xfrm flipH="1">
            <a:off x="10139703" y="7826968"/>
            <a:ext cx="9338355" cy="3595267"/>
          </a:xfrm>
          <a:custGeom>
            <a:avLst/>
            <a:gdLst/>
            <a:ahLst/>
            <a:cxnLst/>
            <a:rect l="l" t="t" r="r" b="b"/>
            <a:pathLst>
              <a:path w="9338355" h="3595267">
                <a:moveTo>
                  <a:pt x="9338355" y="0"/>
                </a:moveTo>
                <a:lnTo>
                  <a:pt x="0" y="0"/>
                </a:lnTo>
                <a:lnTo>
                  <a:pt x="0" y="3595266"/>
                </a:lnTo>
                <a:lnTo>
                  <a:pt x="9338355" y="3595266"/>
                </a:lnTo>
                <a:lnTo>
                  <a:pt x="933835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E54277BB-A383-68A8-7D06-5C3778C3F276}"/>
              </a:ext>
            </a:extLst>
          </p:cNvPr>
          <p:cNvSpPr/>
          <p:nvPr/>
        </p:nvSpPr>
        <p:spPr>
          <a:xfrm>
            <a:off x="11443464" y="6775611"/>
            <a:ext cx="1316910" cy="717716"/>
          </a:xfrm>
          <a:custGeom>
            <a:avLst/>
            <a:gdLst/>
            <a:ahLst/>
            <a:cxnLst/>
            <a:rect l="l" t="t" r="r" b="b"/>
            <a:pathLst>
              <a:path w="1316910" h="717716">
                <a:moveTo>
                  <a:pt x="0" y="0"/>
                </a:moveTo>
                <a:lnTo>
                  <a:pt x="1316911" y="0"/>
                </a:lnTo>
                <a:lnTo>
                  <a:pt x="1316911" y="717716"/>
                </a:lnTo>
                <a:lnTo>
                  <a:pt x="0" y="7177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67549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821AF-E96F-A258-23D4-86941AA10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3B6B002-830F-8149-F6BE-5530FA9EA5AF}"/>
              </a:ext>
            </a:extLst>
          </p:cNvPr>
          <p:cNvGrpSpPr/>
          <p:nvPr/>
        </p:nvGrpSpPr>
        <p:grpSpPr>
          <a:xfrm>
            <a:off x="381000" y="3442454"/>
            <a:ext cx="16058018" cy="5935077"/>
            <a:chOff x="0" y="0"/>
            <a:chExt cx="2309819" cy="12403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ED35F3F-3E99-5D30-B3AC-2A288C0D9055}"/>
                </a:ext>
              </a:extLst>
            </p:cNvPr>
            <p:cNvSpPr/>
            <p:nvPr/>
          </p:nvSpPr>
          <p:spPr>
            <a:xfrm>
              <a:off x="0" y="0"/>
              <a:ext cx="2309819" cy="1240369"/>
            </a:xfrm>
            <a:custGeom>
              <a:avLst/>
              <a:gdLst/>
              <a:ahLst/>
              <a:cxnLst/>
              <a:rect l="l" t="t" r="r" b="b"/>
              <a:pathLst>
                <a:path w="2309819" h="1240369">
                  <a:moveTo>
                    <a:pt x="16028" y="0"/>
                  </a:moveTo>
                  <a:lnTo>
                    <a:pt x="2293790" y="0"/>
                  </a:lnTo>
                  <a:cubicBezTo>
                    <a:pt x="2298041" y="0"/>
                    <a:pt x="2302118" y="1689"/>
                    <a:pt x="2305124" y="4695"/>
                  </a:cubicBezTo>
                  <a:cubicBezTo>
                    <a:pt x="2308130" y="7701"/>
                    <a:pt x="2309819" y="11777"/>
                    <a:pt x="2309819" y="16028"/>
                  </a:cubicBezTo>
                  <a:lnTo>
                    <a:pt x="2309819" y="1224340"/>
                  </a:lnTo>
                  <a:cubicBezTo>
                    <a:pt x="2309819" y="1228591"/>
                    <a:pt x="2308130" y="1232668"/>
                    <a:pt x="2305124" y="1235674"/>
                  </a:cubicBezTo>
                  <a:cubicBezTo>
                    <a:pt x="2302118" y="1238680"/>
                    <a:pt x="2298041" y="1240369"/>
                    <a:pt x="2293790" y="1240369"/>
                  </a:cubicBezTo>
                  <a:lnTo>
                    <a:pt x="16028" y="1240369"/>
                  </a:lnTo>
                  <a:cubicBezTo>
                    <a:pt x="11777" y="1240369"/>
                    <a:pt x="7701" y="1238680"/>
                    <a:pt x="4695" y="1235674"/>
                  </a:cubicBezTo>
                  <a:cubicBezTo>
                    <a:pt x="1689" y="1232668"/>
                    <a:pt x="0" y="1228591"/>
                    <a:pt x="0" y="1224340"/>
                  </a:cubicBezTo>
                  <a:lnTo>
                    <a:pt x="0" y="16028"/>
                  </a:lnTo>
                  <a:cubicBezTo>
                    <a:pt x="0" y="11777"/>
                    <a:pt x="1689" y="7701"/>
                    <a:pt x="4695" y="4695"/>
                  </a:cubicBezTo>
                  <a:cubicBezTo>
                    <a:pt x="7701" y="1689"/>
                    <a:pt x="11777" y="0"/>
                    <a:pt x="160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9B99C21-E3A7-D89F-B9C6-293282A935DD}"/>
                </a:ext>
              </a:extLst>
            </p:cNvPr>
            <p:cNvSpPr txBox="1"/>
            <p:nvPr/>
          </p:nvSpPr>
          <p:spPr>
            <a:xfrm>
              <a:off x="0" y="-47625"/>
              <a:ext cx="2309819" cy="128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F91AC54-B447-84A1-5799-1C136921051A}"/>
              </a:ext>
            </a:extLst>
          </p:cNvPr>
          <p:cNvSpPr/>
          <p:nvPr/>
        </p:nvSpPr>
        <p:spPr>
          <a:xfrm flipH="1">
            <a:off x="-1205551" y="6775611"/>
            <a:ext cx="20184982" cy="2573585"/>
          </a:xfrm>
          <a:custGeom>
            <a:avLst/>
            <a:gdLst/>
            <a:ahLst/>
            <a:cxnLst/>
            <a:rect l="l" t="t" r="r" b="b"/>
            <a:pathLst>
              <a:path w="20184982" h="2573585">
                <a:moveTo>
                  <a:pt x="20184982" y="0"/>
                </a:moveTo>
                <a:lnTo>
                  <a:pt x="0" y="0"/>
                </a:lnTo>
                <a:lnTo>
                  <a:pt x="0" y="2573585"/>
                </a:lnTo>
                <a:lnTo>
                  <a:pt x="20184982" y="2573585"/>
                </a:lnTo>
                <a:lnTo>
                  <a:pt x="201849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595584B-63EA-F8E7-5B6F-94CFEBD2F79E}"/>
              </a:ext>
            </a:extLst>
          </p:cNvPr>
          <p:cNvSpPr/>
          <p:nvPr/>
        </p:nvSpPr>
        <p:spPr>
          <a:xfrm>
            <a:off x="16620588" y="6482923"/>
            <a:ext cx="2177273" cy="1186614"/>
          </a:xfrm>
          <a:custGeom>
            <a:avLst/>
            <a:gdLst/>
            <a:ahLst/>
            <a:cxnLst/>
            <a:rect l="l" t="t" r="r" b="b"/>
            <a:pathLst>
              <a:path w="2177273" h="1186614">
                <a:moveTo>
                  <a:pt x="0" y="0"/>
                </a:moveTo>
                <a:lnTo>
                  <a:pt x="2177273" y="0"/>
                </a:lnTo>
                <a:lnTo>
                  <a:pt x="2177273" y="1186614"/>
                </a:lnTo>
                <a:lnTo>
                  <a:pt x="0" y="1186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1EB1307-D946-5053-0831-9C846F70B22F}"/>
              </a:ext>
            </a:extLst>
          </p:cNvPr>
          <p:cNvSpPr/>
          <p:nvPr/>
        </p:nvSpPr>
        <p:spPr>
          <a:xfrm>
            <a:off x="1483017" y="7340782"/>
            <a:ext cx="5950486" cy="1286793"/>
          </a:xfrm>
          <a:custGeom>
            <a:avLst/>
            <a:gdLst/>
            <a:ahLst/>
            <a:cxnLst/>
            <a:rect l="l" t="t" r="r" b="b"/>
            <a:pathLst>
              <a:path w="5950486" h="1286793">
                <a:moveTo>
                  <a:pt x="0" y="0"/>
                </a:moveTo>
                <a:lnTo>
                  <a:pt x="5950486" y="0"/>
                </a:lnTo>
                <a:lnTo>
                  <a:pt x="5950486" y="1286793"/>
                </a:lnTo>
                <a:lnTo>
                  <a:pt x="0" y="1286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C7981C5-2C24-8A8A-DB57-6FF085A4BDE8}"/>
              </a:ext>
            </a:extLst>
          </p:cNvPr>
          <p:cNvSpPr/>
          <p:nvPr/>
        </p:nvSpPr>
        <p:spPr>
          <a:xfrm flipH="1">
            <a:off x="-3728722" y="5979488"/>
            <a:ext cx="6033535" cy="2322911"/>
          </a:xfrm>
          <a:custGeom>
            <a:avLst/>
            <a:gdLst/>
            <a:ahLst/>
            <a:cxnLst/>
            <a:rect l="l" t="t" r="r" b="b"/>
            <a:pathLst>
              <a:path w="6033535" h="2322911">
                <a:moveTo>
                  <a:pt x="6033534" y="0"/>
                </a:moveTo>
                <a:lnTo>
                  <a:pt x="0" y="0"/>
                </a:lnTo>
                <a:lnTo>
                  <a:pt x="0" y="2322911"/>
                </a:lnTo>
                <a:lnTo>
                  <a:pt x="6033534" y="2322911"/>
                </a:lnTo>
                <a:lnTo>
                  <a:pt x="603353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4D04EEB-8FB5-6850-0C64-16595D1FC684}"/>
              </a:ext>
            </a:extLst>
          </p:cNvPr>
          <p:cNvSpPr/>
          <p:nvPr/>
        </p:nvSpPr>
        <p:spPr>
          <a:xfrm rot="333751">
            <a:off x="-1178853" y="8346033"/>
            <a:ext cx="19767916" cy="8673173"/>
          </a:xfrm>
          <a:custGeom>
            <a:avLst/>
            <a:gdLst/>
            <a:ahLst/>
            <a:cxnLst/>
            <a:rect l="l" t="t" r="r" b="b"/>
            <a:pathLst>
              <a:path w="19767916" h="8673173">
                <a:moveTo>
                  <a:pt x="0" y="0"/>
                </a:moveTo>
                <a:lnTo>
                  <a:pt x="19767917" y="0"/>
                </a:lnTo>
                <a:lnTo>
                  <a:pt x="19767917" y="8673174"/>
                </a:lnTo>
                <a:lnTo>
                  <a:pt x="0" y="86731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408C34C-DDAD-B114-852E-3C3F151F2BE6}"/>
              </a:ext>
            </a:extLst>
          </p:cNvPr>
          <p:cNvSpPr/>
          <p:nvPr/>
        </p:nvSpPr>
        <p:spPr>
          <a:xfrm flipH="1">
            <a:off x="6481611" y="3977126"/>
            <a:ext cx="951893" cy="809974"/>
          </a:xfrm>
          <a:custGeom>
            <a:avLst/>
            <a:gdLst/>
            <a:ahLst/>
            <a:cxnLst/>
            <a:rect l="l" t="t" r="r" b="b"/>
            <a:pathLst>
              <a:path w="951893" h="809974">
                <a:moveTo>
                  <a:pt x="951892" y="0"/>
                </a:moveTo>
                <a:lnTo>
                  <a:pt x="0" y="0"/>
                </a:lnTo>
                <a:lnTo>
                  <a:pt x="0" y="809974"/>
                </a:lnTo>
                <a:lnTo>
                  <a:pt x="951892" y="809974"/>
                </a:lnTo>
                <a:lnTo>
                  <a:pt x="95189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05F82D5-734F-471C-B481-D88D432A2284}"/>
              </a:ext>
            </a:extLst>
          </p:cNvPr>
          <p:cNvSpPr/>
          <p:nvPr/>
        </p:nvSpPr>
        <p:spPr>
          <a:xfrm>
            <a:off x="5522680" y="5672949"/>
            <a:ext cx="1434877" cy="782008"/>
          </a:xfrm>
          <a:custGeom>
            <a:avLst/>
            <a:gdLst/>
            <a:ahLst/>
            <a:cxnLst/>
            <a:rect l="l" t="t" r="r" b="b"/>
            <a:pathLst>
              <a:path w="1434877" h="782008">
                <a:moveTo>
                  <a:pt x="0" y="0"/>
                </a:moveTo>
                <a:lnTo>
                  <a:pt x="1434877" y="0"/>
                </a:lnTo>
                <a:lnTo>
                  <a:pt x="1434877" y="782008"/>
                </a:lnTo>
                <a:lnTo>
                  <a:pt x="0" y="782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C3A52C5-9116-026D-599A-1A89B84D7989}"/>
              </a:ext>
            </a:extLst>
          </p:cNvPr>
          <p:cNvSpPr txBox="1"/>
          <p:nvPr/>
        </p:nvSpPr>
        <p:spPr>
          <a:xfrm>
            <a:off x="1028700" y="909469"/>
            <a:ext cx="7858240" cy="253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1"/>
              </a:lnSpc>
            </a:pP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Hukum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Bacaan</a:t>
            </a: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 Nun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Sukun</a:t>
            </a: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 dan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Tanwin</a:t>
            </a:r>
            <a:endParaRPr lang="en-US" sz="9898" dirty="0">
              <a:solidFill>
                <a:srgbClr val="205179"/>
              </a:solidFill>
              <a:latin typeface="Marykate"/>
              <a:ea typeface="Marykate"/>
              <a:cs typeface="Marykate"/>
              <a:sym typeface="Marykate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11DD1A2-59C0-EE9C-6ECE-1C834568E1A8}"/>
              </a:ext>
            </a:extLst>
          </p:cNvPr>
          <p:cNvSpPr txBox="1"/>
          <p:nvPr/>
        </p:nvSpPr>
        <p:spPr>
          <a:xfrm>
            <a:off x="610446" y="3740435"/>
            <a:ext cx="15086754" cy="3882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1706" lvl="1">
              <a:lnSpc>
                <a:spcPct val="200000"/>
              </a:lnSpc>
            </a:pPr>
            <a:r>
              <a:rPr lang="en-US" sz="4400" b="1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Idgam</a:t>
            </a:r>
            <a:r>
              <a:rPr lang="en-US" sz="4400" b="1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b="1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Bilagunnah</a:t>
            </a:r>
            <a:endParaRPr lang="en-US" sz="4400" b="1" dirty="0">
              <a:solidFill>
                <a:srgbClr val="20517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83411" lvl="1" indent="-341705">
              <a:lnSpc>
                <a:spcPct val="200000"/>
              </a:lnSpc>
              <a:buFont typeface="Arial"/>
              <a:buChar char="•"/>
            </a:pP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Nun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sukun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atau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tanwin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bertemu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huruf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ar-AE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ل ر</a:t>
            </a:r>
          </a:p>
          <a:p>
            <a:pPr marL="683411" lvl="1" indent="-341705">
              <a:lnSpc>
                <a:spcPct val="200000"/>
              </a:lnSpc>
              <a:buFont typeface="Arial"/>
              <a:buChar char="•"/>
            </a:pP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Dibaca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masuk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tanpa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dengung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8626B570-4949-0E94-9C4F-5293A4599339}"/>
              </a:ext>
            </a:extLst>
          </p:cNvPr>
          <p:cNvSpPr/>
          <p:nvPr/>
        </p:nvSpPr>
        <p:spPr>
          <a:xfrm flipH="1">
            <a:off x="10139703" y="7826968"/>
            <a:ext cx="9338355" cy="3595267"/>
          </a:xfrm>
          <a:custGeom>
            <a:avLst/>
            <a:gdLst/>
            <a:ahLst/>
            <a:cxnLst/>
            <a:rect l="l" t="t" r="r" b="b"/>
            <a:pathLst>
              <a:path w="9338355" h="3595267">
                <a:moveTo>
                  <a:pt x="9338355" y="0"/>
                </a:moveTo>
                <a:lnTo>
                  <a:pt x="0" y="0"/>
                </a:lnTo>
                <a:lnTo>
                  <a:pt x="0" y="3595266"/>
                </a:lnTo>
                <a:lnTo>
                  <a:pt x="9338355" y="3595266"/>
                </a:lnTo>
                <a:lnTo>
                  <a:pt x="933835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C22043E6-3D02-0BE0-61BE-AF15D7AD2EEA}"/>
              </a:ext>
            </a:extLst>
          </p:cNvPr>
          <p:cNvSpPr/>
          <p:nvPr/>
        </p:nvSpPr>
        <p:spPr>
          <a:xfrm>
            <a:off x="11443464" y="6775611"/>
            <a:ext cx="1316910" cy="717716"/>
          </a:xfrm>
          <a:custGeom>
            <a:avLst/>
            <a:gdLst/>
            <a:ahLst/>
            <a:cxnLst/>
            <a:rect l="l" t="t" r="r" b="b"/>
            <a:pathLst>
              <a:path w="1316910" h="717716">
                <a:moveTo>
                  <a:pt x="0" y="0"/>
                </a:moveTo>
                <a:lnTo>
                  <a:pt x="1316911" y="0"/>
                </a:lnTo>
                <a:lnTo>
                  <a:pt x="1316911" y="717716"/>
                </a:lnTo>
                <a:lnTo>
                  <a:pt x="0" y="7177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78850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E0BB8-C510-5285-DBE4-C64B47D89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80C6EB3-4020-F804-9D40-7474809D3179}"/>
              </a:ext>
            </a:extLst>
          </p:cNvPr>
          <p:cNvGrpSpPr/>
          <p:nvPr/>
        </p:nvGrpSpPr>
        <p:grpSpPr>
          <a:xfrm>
            <a:off x="381000" y="3442454"/>
            <a:ext cx="16058018" cy="5935077"/>
            <a:chOff x="0" y="0"/>
            <a:chExt cx="2309819" cy="12403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9AA04D6-D4D4-8AD0-3F88-758E0A5AD9A5}"/>
                </a:ext>
              </a:extLst>
            </p:cNvPr>
            <p:cNvSpPr/>
            <p:nvPr/>
          </p:nvSpPr>
          <p:spPr>
            <a:xfrm>
              <a:off x="0" y="0"/>
              <a:ext cx="2309819" cy="1240369"/>
            </a:xfrm>
            <a:custGeom>
              <a:avLst/>
              <a:gdLst/>
              <a:ahLst/>
              <a:cxnLst/>
              <a:rect l="l" t="t" r="r" b="b"/>
              <a:pathLst>
                <a:path w="2309819" h="1240369">
                  <a:moveTo>
                    <a:pt x="16028" y="0"/>
                  </a:moveTo>
                  <a:lnTo>
                    <a:pt x="2293790" y="0"/>
                  </a:lnTo>
                  <a:cubicBezTo>
                    <a:pt x="2298041" y="0"/>
                    <a:pt x="2302118" y="1689"/>
                    <a:pt x="2305124" y="4695"/>
                  </a:cubicBezTo>
                  <a:cubicBezTo>
                    <a:pt x="2308130" y="7701"/>
                    <a:pt x="2309819" y="11777"/>
                    <a:pt x="2309819" y="16028"/>
                  </a:cubicBezTo>
                  <a:lnTo>
                    <a:pt x="2309819" y="1224340"/>
                  </a:lnTo>
                  <a:cubicBezTo>
                    <a:pt x="2309819" y="1228591"/>
                    <a:pt x="2308130" y="1232668"/>
                    <a:pt x="2305124" y="1235674"/>
                  </a:cubicBezTo>
                  <a:cubicBezTo>
                    <a:pt x="2302118" y="1238680"/>
                    <a:pt x="2298041" y="1240369"/>
                    <a:pt x="2293790" y="1240369"/>
                  </a:cubicBezTo>
                  <a:lnTo>
                    <a:pt x="16028" y="1240369"/>
                  </a:lnTo>
                  <a:cubicBezTo>
                    <a:pt x="11777" y="1240369"/>
                    <a:pt x="7701" y="1238680"/>
                    <a:pt x="4695" y="1235674"/>
                  </a:cubicBezTo>
                  <a:cubicBezTo>
                    <a:pt x="1689" y="1232668"/>
                    <a:pt x="0" y="1228591"/>
                    <a:pt x="0" y="1224340"/>
                  </a:cubicBezTo>
                  <a:lnTo>
                    <a:pt x="0" y="16028"/>
                  </a:lnTo>
                  <a:cubicBezTo>
                    <a:pt x="0" y="11777"/>
                    <a:pt x="1689" y="7701"/>
                    <a:pt x="4695" y="4695"/>
                  </a:cubicBezTo>
                  <a:cubicBezTo>
                    <a:pt x="7701" y="1689"/>
                    <a:pt x="11777" y="0"/>
                    <a:pt x="160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988831D0-10AF-9E0F-CE4D-9B9723DAB13A}"/>
                </a:ext>
              </a:extLst>
            </p:cNvPr>
            <p:cNvSpPr txBox="1"/>
            <p:nvPr/>
          </p:nvSpPr>
          <p:spPr>
            <a:xfrm>
              <a:off x="0" y="-47625"/>
              <a:ext cx="2309819" cy="128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FB31F9D-C04F-58A4-197D-056EC1F2D638}"/>
              </a:ext>
            </a:extLst>
          </p:cNvPr>
          <p:cNvSpPr/>
          <p:nvPr/>
        </p:nvSpPr>
        <p:spPr>
          <a:xfrm flipH="1">
            <a:off x="-1205551" y="6775611"/>
            <a:ext cx="20184982" cy="2573585"/>
          </a:xfrm>
          <a:custGeom>
            <a:avLst/>
            <a:gdLst/>
            <a:ahLst/>
            <a:cxnLst/>
            <a:rect l="l" t="t" r="r" b="b"/>
            <a:pathLst>
              <a:path w="20184982" h="2573585">
                <a:moveTo>
                  <a:pt x="20184982" y="0"/>
                </a:moveTo>
                <a:lnTo>
                  <a:pt x="0" y="0"/>
                </a:lnTo>
                <a:lnTo>
                  <a:pt x="0" y="2573585"/>
                </a:lnTo>
                <a:lnTo>
                  <a:pt x="20184982" y="2573585"/>
                </a:lnTo>
                <a:lnTo>
                  <a:pt x="201849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2B0D064-3F5A-23B9-EDF3-5711166D2BFD}"/>
              </a:ext>
            </a:extLst>
          </p:cNvPr>
          <p:cNvSpPr/>
          <p:nvPr/>
        </p:nvSpPr>
        <p:spPr>
          <a:xfrm>
            <a:off x="16620588" y="6482923"/>
            <a:ext cx="2177273" cy="1186614"/>
          </a:xfrm>
          <a:custGeom>
            <a:avLst/>
            <a:gdLst/>
            <a:ahLst/>
            <a:cxnLst/>
            <a:rect l="l" t="t" r="r" b="b"/>
            <a:pathLst>
              <a:path w="2177273" h="1186614">
                <a:moveTo>
                  <a:pt x="0" y="0"/>
                </a:moveTo>
                <a:lnTo>
                  <a:pt x="2177273" y="0"/>
                </a:lnTo>
                <a:lnTo>
                  <a:pt x="2177273" y="1186614"/>
                </a:lnTo>
                <a:lnTo>
                  <a:pt x="0" y="1186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BC3C44D-2643-4207-7D51-0373E7D997DC}"/>
              </a:ext>
            </a:extLst>
          </p:cNvPr>
          <p:cNvSpPr/>
          <p:nvPr/>
        </p:nvSpPr>
        <p:spPr>
          <a:xfrm>
            <a:off x="1483017" y="7340782"/>
            <a:ext cx="5950486" cy="1286793"/>
          </a:xfrm>
          <a:custGeom>
            <a:avLst/>
            <a:gdLst/>
            <a:ahLst/>
            <a:cxnLst/>
            <a:rect l="l" t="t" r="r" b="b"/>
            <a:pathLst>
              <a:path w="5950486" h="1286793">
                <a:moveTo>
                  <a:pt x="0" y="0"/>
                </a:moveTo>
                <a:lnTo>
                  <a:pt x="5950486" y="0"/>
                </a:lnTo>
                <a:lnTo>
                  <a:pt x="5950486" y="1286793"/>
                </a:lnTo>
                <a:lnTo>
                  <a:pt x="0" y="1286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4CEA02E-5A94-6413-12D4-AACDAB085CBA}"/>
              </a:ext>
            </a:extLst>
          </p:cNvPr>
          <p:cNvSpPr/>
          <p:nvPr/>
        </p:nvSpPr>
        <p:spPr>
          <a:xfrm flipH="1">
            <a:off x="-3728722" y="5979488"/>
            <a:ext cx="6033535" cy="2322911"/>
          </a:xfrm>
          <a:custGeom>
            <a:avLst/>
            <a:gdLst/>
            <a:ahLst/>
            <a:cxnLst/>
            <a:rect l="l" t="t" r="r" b="b"/>
            <a:pathLst>
              <a:path w="6033535" h="2322911">
                <a:moveTo>
                  <a:pt x="6033534" y="0"/>
                </a:moveTo>
                <a:lnTo>
                  <a:pt x="0" y="0"/>
                </a:lnTo>
                <a:lnTo>
                  <a:pt x="0" y="2322911"/>
                </a:lnTo>
                <a:lnTo>
                  <a:pt x="6033534" y="2322911"/>
                </a:lnTo>
                <a:lnTo>
                  <a:pt x="603353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7E351E6-ACFC-E10C-0DF7-C288BF8BB8E5}"/>
              </a:ext>
            </a:extLst>
          </p:cNvPr>
          <p:cNvSpPr/>
          <p:nvPr/>
        </p:nvSpPr>
        <p:spPr>
          <a:xfrm rot="333751">
            <a:off x="-1178853" y="8346033"/>
            <a:ext cx="19767916" cy="8673173"/>
          </a:xfrm>
          <a:custGeom>
            <a:avLst/>
            <a:gdLst/>
            <a:ahLst/>
            <a:cxnLst/>
            <a:rect l="l" t="t" r="r" b="b"/>
            <a:pathLst>
              <a:path w="19767916" h="8673173">
                <a:moveTo>
                  <a:pt x="0" y="0"/>
                </a:moveTo>
                <a:lnTo>
                  <a:pt x="19767917" y="0"/>
                </a:lnTo>
                <a:lnTo>
                  <a:pt x="19767917" y="8673174"/>
                </a:lnTo>
                <a:lnTo>
                  <a:pt x="0" y="86731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BBF8647-BEA7-5506-E9CB-CD2B4B17C0F2}"/>
              </a:ext>
            </a:extLst>
          </p:cNvPr>
          <p:cNvSpPr/>
          <p:nvPr/>
        </p:nvSpPr>
        <p:spPr>
          <a:xfrm flipH="1">
            <a:off x="6481611" y="3977126"/>
            <a:ext cx="951893" cy="809974"/>
          </a:xfrm>
          <a:custGeom>
            <a:avLst/>
            <a:gdLst/>
            <a:ahLst/>
            <a:cxnLst/>
            <a:rect l="l" t="t" r="r" b="b"/>
            <a:pathLst>
              <a:path w="951893" h="809974">
                <a:moveTo>
                  <a:pt x="951892" y="0"/>
                </a:moveTo>
                <a:lnTo>
                  <a:pt x="0" y="0"/>
                </a:lnTo>
                <a:lnTo>
                  <a:pt x="0" y="809974"/>
                </a:lnTo>
                <a:lnTo>
                  <a:pt x="951892" y="809974"/>
                </a:lnTo>
                <a:lnTo>
                  <a:pt x="95189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DC3B95B-5E20-6144-8654-DAB725955398}"/>
              </a:ext>
            </a:extLst>
          </p:cNvPr>
          <p:cNvSpPr/>
          <p:nvPr/>
        </p:nvSpPr>
        <p:spPr>
          <a:xfrm>
            <a:off x="5522680" y="5672949"/>
            <a:ext cx="1434877" cy="782008"/>
          </a:xfrm>
          <a:custGeom>
            <a:avLst/>
            <a:gdLst/>
            <a:ahLst/>
            <a:cxnLst/>
            <a:rect l="l" t="t" r="r" b="b"/>
            <a:pathLst>
              <a:path w="1434877" h="782008">
                <a:moveTo>
                  <a:pt x="0" y="0"/>
                </a:moveTo>
                <a:lnTo>
                  <a:pt x="1434877" y="0"/>
                </a:lnTo>
                <a:lnTo>
                  <a:pt x="1434877" y="782008"/>
                </a:lnTo>
                <a:lnTo>
                  <a:pt x="0" y="782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BE9283E-0F0C-92D6-8E6A-2EDAD69D0852}"/>
              </a:ext>
            </a:extLst>
          </p:cNvPr>
          <p:cNvSpPr txBox="1"/>
          <p:nvPr/>
        </p:nvSpPr>
        <p:spPr>
          <a:xfrm>
            <a:off x="1028700" y="909469"/>
            <a:ext cx="7858240" cy="253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1"/>
              </a:lnSpc>
            </a:pP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Hukum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Bacaan</a:t>
            </a: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 Nun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Sukun</a:t>
            </a: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 dan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Tanwin</a:t>
            </a:r>
            <a:endParaRPr lang="en-US" sz="9898" dirty="0">
              <a:solidFill>
                <a:srgbClr val="205179"/>
              </a:solidFill>
              <a:latin typeface="Marykate"/>
              <a:ea typeface="Marykate"/>
              <a:cs typeface="Marykate"/>
              <a:sym typeface="Marykate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0204A80-65B8-06AF-62D9-0F9E3D50F1B5}"/>
              </a:ext>
            </a:extLst>
          </p:cNvPr>
          <p:cNvSpPr txBox="1"/>
          <p:nvPr/>
        </p:nvSpPr>
        <p:spPr>
          <a:xfrm>
            <a:off x="610446" y="3740435"/>
            <a:ext cx="15086754" cy="3882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1706" lvl="1">
              <a:lnSpc>
                <a:spcPct val="200000"/>
              </a:lnSpc>
            </a:pPr>
            <a:r>
              <a:rPr lang="en-US" sz="4400" b="1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Ikhfa</a:t>
            </a:r>
            <a:r>
              <a:rPr lang="en-US" sz="4400" b="1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’ </a:t>
            </a:r>
            <a:r>
              <a:rPr lang="en-US" sz="4400" b="1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Hakiki</a:t>
            </a:r>
            <a:endParaRPr lang="en-US" sz="4400" b="1" dirty="0">
              <a:solidFill>
                <a:srgbClr val="20517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83411" lvl="1" indent="-341705">
              <a:lnSpc>
                <a:spcPct val="200000"/>
              </a:lnSpc>
              <a:buFont typeface="Arial"/>
              <a:buChar char="•"/>
            </a:pP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Nun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sukun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atau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tanwin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bertemu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15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huruf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ikhfa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’.</a:t>
            </a:r>
          </a:p>
          <a:p>
            <a:pPr marL="683411" lvl="1" indent="-341705">
              <a:lnSpc>
                <a:spcPct val="200000"/>
              </a:lnSpc>
              <a:buFont typeface="Arial"/>
              <a:buChar char="•"/>
            </a:pP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Dibaca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samar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dengan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dengung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ringan</a:t>
            </a:r>
            <a:endParaRPr lang="en-US" sz="4400" dirty="0">
              <a:solidFill>
                <a:srgbClr val="20517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2E207E8D-5BCD-3EB2-ADB0-75137A695ACF}"/>
              </a:ext>
            </a:extLst>
          </p:cNvPr>
          <p:cNvSpPr/>
          <p:nvPr/>
        </p:nvSpPr>
        <p:spPr>
          <a:xfrm flipH="1">
            <a:off x="10139703" y="7826968"/>
            <a:ext cx="9338355" cy="3595267"/>
          </a:xfrm>
          <a:custGeom>
            <a:avLst/>
            <a:gdLst/>
            <a:ahLst/>
            <a:cxnLst/>
            <a:rect l="l" t="t" r="r" b="b"/>
            <a:pathLst>
              <a:path w="9338355" h="3595267">
                <a:moveTo>
                  <a:pt x="9338355" y="0"/>
                </a:moveTo>
                <a:lnTo>
                  <a:pt x="0" y="0"/>
                </a:lnTo>
                <a:lnTo>
                  <a:pt x="0" y="3595266"/>
                </a:lnTo>
                <a:lnTo>
                  <a:pt x="9338355" y="3595266"/>
                </a:lnTo>
                <a:lnTo>
                  <a:pt x="933835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509356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D4338B-270A-8952-2A0D-8DB10D1E5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D6BA2A1-FA60-54EB-D66B-A2C96DD81902}"/>
              </a:ext>
            </a:extLst>
          </p:cNvPr>
          <p:cNvGrpSpPr/>
          <p:nvPr/>
        </p:nvGrpSpPr>
        <p:grpSpPr>
          <a:xfrm>
            <a:off x="381000" y="3442454"/>
            <a:ext cx="16058018" cy="5935077"/>
            <a:chOff x="0" y="0"/>
            <a:chExt cx="2309819" cy="12403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242CADE-02CF-E845-4A98-8F5F79752BAF}"/>
                </a:ext>
              </a:extLst>
            </p:cNvPr>
            <p:cNvSpPr/>
            <p:nvPr/>
          </p:nvSpPr>
          <p:spPr>
            <a:xfrm>
              <a:off x="0" y="0"/>
              <a:ext cx="2309819" cy="1240369"/>
            </a:xfrm>
            <a:custGeom>
              <a:avLst/>
              <a:gdLst/>
              <a:ahLst/>
              <a:cxnLst/>
              <a:rect l="l" t="t" r="r" b="b"/>
              <a:pathLst>
                <a:path w="2309819" h="1240369">
                  <a:moveTo>
                    <a:pt x="16028" y="0"/>
                  </a:moveTo>
                  <a:lnTo>
                    <a:pt x="2293790" y="0"/>
                  </a:lnTo>
                  <a:cubicBezTo>
                    <a:pt x="2298041" y="0"/>
                    <a:pt x="2302118" y="1689"/>
                    <a:pt x="2305124" y="4695"/>
                  </a:cubicBezTo>
                  <a:cubicBezTo>
                    <a:pt x="2308130" y="7701"/>
                    <a:pt x="2309819" y="11777"/>
                    <a:pt x="2309819" y="16028"/>
                  </a:cubicBezTo>
                  <a:lnTo>
                    <a:pt x="2309819" y="1224340"/>
                  </a:lnTo>
                  <a:cubicBezTo>
                    <a:pt x="2309819" y="1228591"/>
                    <a:pt x="2308130" y="1232668"/>
                    <a:pt x="2305124" y="1235674"/>
                  </a:cubicBezTo>
                  <a:cubicBezTo>
                    <a:pt x="2302118" y="1238680"/>
                    <a:pt x="2298041" y="1240369"/>
                    <a:pt x="2293790" y="1240369"/>
                  </a:cubicBezTo>
                  <a:lnTo>
                    <a:pt x="16028" y="1240369"/>
                  </a:lnTo>
                  <a:cubicBezTo>
                    <a:pt x="11777" y="1240369"/>
                    <a:pt x="7701" y="1238680"/>
                    <a:pt x="4695" y="1235674"/>
                  </a:cubicBezTo>
                  <a:cubicBezTo>
                    <a:pt x="1689" y="1232668"/>
                    <a:pt x="0" y="1228591"/>
                    <a:pt x="0" y="1224340"/>
                  </a:cubicBezTo>
                  <a:lnTo>
                    <a:pt x="0" y="16028"/>
                  </a:lnTo>
                  <a:cubicBezTo>
                    <a:pt x="0" y="11777"/>
                    <a:pt x="1689" y="7701"/>
                    <a:pt x="4695" y="4695"/>
                  </a:cubicBezTo>
                  <a:cubicBezTo>
                    <a:pt x="7701" y="1689"/>
                    <a:pt x="11777" y="0"/>
                    <a:pt x="160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B884BE4-E0F8-7876-B651-527BF462425E}"/>
                </a:ext>
              </a:extLst>
            </p:cNvPr>
            <p:cNvSpPr txBox="1"/>
            <p:nvPr/>
          </p:nvSpPr>
          <p:spPr>
            <a:xfrm>
              <a:off x="0" y="-47625"/>
              <a:ext cx="2309819" cy="128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49025FA-FE79-1AFE-87AA-69825F42C684}"/>
              </a:ext>
            </a:extLst>
          </p:cNvPr>
          <p:cNvSpPr/>
          <p:nvPr/>
        </p:nvSpPr>
        <p:spPr>
          <a:xfrm flipH="1">
            <a:off x="-1205551" y="6775611"/>
            <a:ext cx="20184982" cy="2573585"/>
          </a:xfrm>
          <a:custGeom>
            <a:avLst/>
            <a:gdLst/>
            <a:ahLst/>
            <a:cxnLst/>
            <a:rect l="l" t="t" r="r" b="b"/>
            <a:pathLst>
              <a:path w="20184982" h="2573585">
                <a:moveTo>
                  <a:pt x="20184982" y="0"/>
                </a:moveTo>
                <a:lnTo>
                  <a:pt x="0" y="0"/>
                </a:lnTo>
                <a:lnTo>
                  <a:pt x="0" y="2573585"/>
                </a:lnTo>
                <a:lnTo>
                  <a:pt x="20184982" y="2573585"/>
                </a:lnTo>
                <a:lnTo>
                  <a:pt x="201849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A2138A1-54DE-6BC1-69A3-1D9AFFFCD9AF}"/>
              </a:ext>
            </a:extLst>
          </p:cNvPr>
          <p:cNvSpPr/>
          <p:nvPr/>
        </p:nvSpPr>
        <p:spPr>
          <a:xfrm>
            <a:off x="16620588" y="6482923"/>
            <a:ext cx="2177273" cy="1186614"/>
          </a:xfrm>
          <a:custGeom>
            <a:avLst/>
            <a:gdLst/>
            <a:ahLst/>
            <a:cxnLst/>
            <a:rect l="l" t="t" r="r" b="b"/>
            <a:pathLst>
              <a:path w="2177273" h="1186614">
                <a:moveTo>
                  <a:pt x="0" y="0"/>
                </a:moveTo>
                <a:lnTo>
                  <a:pt x="2177273" y="0"/>
                </a:lnTo>
                <a:lnTo>
                  <a:pt x="2177273" y="1186614"/>
                </a:lnTo>
                <a:lnTo>
                  <a:pt x="0" y="1186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7D42F06-AC6D-DB78-A84F-6DEFB1741A4A}"/>
              </a:ext>
            </a:extLst>
          </p:cNvPr>
          <p:cNvSpPr/>
          <p:nvPr/>
        </p:nvSpPr>
        <p:spPr>
          <a:xfrm>
            <a:off x="1483017" y="7340782"/>
            <a:ext cx="5950486" cy="1286793"/>
          </a:xfrm>
          <a:custGeom>
            <a:avLst/>
            <a:gdLst/>
            <a:ahLst/>
            <a:cxnLst/>
            <a:rect l="l" t="t" r="r" b="b"/>
            <a:pathLst>
              <a:path w="5950486" h="1286793">
                <a:moveTo>
                  <a:pt x="0" y="0"/>
                </a:moveTo>
                <a:lnTo>
                  <a:pt x="5950486" y="0"/>
                </a:lnTo>
                <a:lnTo>
                  <a:pt x="5950486" y="1286793"/>
                </a:lnTo>
                <a:lnTo>
                  <a:pt x="0" y="1286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C10FC8B-F0A3-55A5-E52D-EBB6BF5CAD48}"/>
              </a:ext>
            </a:extLst>
          </p:cNvPr>
          <p:cNvSpPr/>
          <p:nvPr/>
        </p:nvSpPr>
        <p:spPr>
          <a:xfrm flipH="1">
            <a:off x="-3728722" y="5979488"/>
            <a:ext cx="6033535" cy="2322911"/>
          </a:xfrm>
          <a:custGeom>
            <a:avLst/>
            <a:gdLst/>
            <a:ahLst/>
            <a:cxnLst/>
            <a:rect l="l" t="t" r="r" b="b"/>
            <a:pathLst>
              <a:path w="6033535" h="2322911">
                <a:moveTo>
                  <a:pt x="6033534" y="0"/>
                </a:moveTo>
                <a:lnTo>
                  <a:pt x="0" y="0"/>
                </a:lnTo>
                <a:lnTo>
                  <a:pt x="0" y="2322911"/>
                </a:lnTo>
                <a:lnTo>
                  <a:pt x="6033534" y="2322911"/>
                </a:lnTo>
                <a:lnTo>
                  <a:pt x="603353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12DEC8B5-3250-6ACE-CD75-C3B195EE3E89}"/>
              </a:ext>
            </a:extLst>
          </p:cNvPr>
          <p:cNvSpPr/>
          <p:nvPr/>
        </p:nvSpPr>
        <p:spPr>
          <a:xfrm rot="333751">
            <a:off x="-1178853" y="8346033"/>
            <a:ext cx="19767916" cy="8673173"/>
          </a:xfrm>
          <a:custGeom>
            <a:avLst/>
            <a:gdLst/>
            <a:ahLst/>
            <a:cxnLst/>
            <a:rect l="l" t="t" r="r" b="b"/>
            <a:pathLst>
              <a:path w="19767916" h="8673173">
                <a:moveTo>
                  <a:pt x="0" y="0"/>
                </a:moveTo>
                <a:lnTo>
                  <a:pt x="19767917" y="0"/>
                </a:lnTo>
                <a:lnTo>
                  <a:pt x="19767917" y="8673174"/>
                </a:lnTo>
                <a:lnTo>
                  <a:pt x="0" y="86731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70D0A00-EA36-DE7E-90C5-783C2663C593}"/>
              </a:ext>
            </a:extLst>
          </p:cNvPr>
          <p:cNvSpPr/>
          <p:nvPr/>
        </p:nvSpPr>
        <p:spPr>
          <a:xfrm flipH="1">
            <a:off x="6481611" y="3977126"/>
            <a:ext cx="951893" cy="809974"/>
          </a:xfrm>
          <a:custGeom>
            <a:avLst/>
            <a:gdLst/>
            <a:ahLst/>
            <a:cxnLst/>
            <a:rect l="l" t="t" r="r" b="b"/>
            <a:pathLst>
              <a:path w="951893" h="809974">
                <a:moveTo>
                  <a:pt x="951892" y="0"/>
                </a:moveTo>
                <a:lnTo>
                  <a:pt x="0" y="0"/>
                </a:lnTo>
                <a:lnTo>
                  <a:pt x="0" y="809974"/>
                </a:lnTo>
                <a:lnTo>
                  <a:pt x="951892" y="809974"/>
                </a:lnTo>
                <a:lnTo>
                  <a:pt x="95189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E1C37FF-2011-CD84-8A51-4202C43F86EA}"/>
              </a:ext>
            </a:extLst>
          </p:cNvPr>
          <p:cNvSpPr/>
          <p:nvPr/>
        </p:nvSpPr>
        <p:spPr>
          <a:xfrm>
            <a:off x="5522680" y="5672949"/>
            <a:ext cx="1434877" cy="782008"/>
          </a:xfrm>
          <a:custGeom>
            <a:avLst/>
            <a:gdLst/>
            <a:ahLst/>
            <a:cxnLst/>
            <a:rect l="l" t="t" r="r" b="b"/>
            <a:pathLst>
              <a:path w="1434877" h="782008">
                <a:moveTo>
                  <a:pt x="0" y="0"/>
                </a:moveTo>
                <a:lnTo>
                  <a:pt x="1434877" y="0"/>
                </a:lnTo>
                <a:lnTo>
                  <a:pt x="1434877" y="782008"/>
                </a:lnTo>
                <a:lnTo>
                  <a:pt x="0" y="782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5D84D39-8AFF-969A-7812-D9E435138D1D}"/>
              </a:ext>
            </a:extLst>
          </p:cNvPr>
          <p:cNvSpPr txBox="1"/>
          <p:nvPr/>
        </p:nvSpPr>
        <p:spPr>
          <a:xfrm>
            <a:off x="1028700" y="909469"/>
            <a:ext cx="7858240" cy="253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01"/>
              </a:lnSpc>
            </a:pP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Hukum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Bacaan</a:t>
            </a: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 Nun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Sukun</a:t>
            </a: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 dan </a:t>
            </a:r>
            <a:r>
              <a:rPr lang="en-US" sz="9898" dirty="0" err="1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Tanwin</a:t>
            </a:r>
            <a:endParaRPr lang="en-US" sz="9898" dirty="0">
              <a:solidFill>
                <a:srgbClr val="205179"/>
              </a:solidFill>
              <a:latin typeface="Marykate"/>
              <a:ea typeface="Marykate"/>
              <a:cs typeface="Marykate"/>
              <a:sym typeface="Marykate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C512365-50C0-8F9F-825B-5CA2B2EDB157}"/>
              </a:ext>
            </a:extLst>
          </p:cNvPr>
          <p:cNvSpPr txBox="1"/>
          <p:nvPr/>
        </p:nvSpPr>
        <p:spPr>
          <a:xfrm>
            <a:off x="610446" y="3740435"/>
            <a:ext cx="15086754" cy="3882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1706" lvl="1">
              <a:lnSpc>
                <a:spcPct val="200000"/>
              </a:lnSpc>
            </a:pPr>
            <a:r>
              <a:rPr lang="en-US" sz="4400" b="1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Iqlab</a:t>
            </a:r>
            <a:endParaRPr lang="en-US" sz="4400" b="1" dirty="0">
              <a:solidFill>
                <a:srgbClr val="20517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83411" lvl="1" indent="-341705">
              <a:lnSpc>
                <a:spcPct val="200000"/>
              </a:lnSpc>
              <a:buFont typeface="Arial"/>
              <a:buChar char="•"/>
            </a:pP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Nun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sukun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atau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tanwin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bertemu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huruf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ar-AE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ب.</a:t>
            </a:r>
          </a:p>
          <a:p>
            <a:pPr marL="683411" lvl="1" indent="-341705">
              <a:lnSpc>
                <a:spcPct val="200000"/>
              </a:lnSpc>
              <a:buFont typeface="Arial"/>
              <a:buChar char="•"/>
            </a:pP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Dibaca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seperti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mim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disertai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4400" dirty="0" err="1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dengung</a:t>
            </a:r>
            <a:r>
              <a:rPr lang="en-US" sz="4400" dirty="0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1C2A6F6D-D7CA-43EC-269E-3A70C1B904EF}"/>
              </a:ext>
            </a:extLst>
          </p:cNvPr>
          <p:cNvSpPr/>
          <p:nvPr/>
        </p:nvSpPr>
        <p:spPr>
          <a:xfrm flipH="1">
            <a:off x="10139703" y="7826968"/>
            <a:ext cx="9338355" cy="3595267"/>
          </a:xfrm>
          <a:custGeom>
            <a:avLst/>
            <a:gdLst/>
            <a:ahLst/>
            <a:cxnLst/>
            <a:rect l="l" t="t" r="r" b="b"/>
            <a:pathLst>
              <a:path w="9338355" h="3595267">
                <a:moveTo>
                  <a:pt x="9338355" y="0"/>
                </a:moveTo>
                <a:lnTo>
                  <a:pt x="0" y="0"/>
                </a:lnTo>
                <a:lnTo>
                  <a:pt x="0" y="3595266"/>
                </a:lnTo>
                <a:lnTo>
                  <a:pt x="9338355" y="3595266"/>
                </a:lnTo>
                <a:lnTo>
                  <a:pt x="933835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69952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E0AEE-AEE9-93B7-AB88-79C22AED1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F682327-1832-D9AD-338C-92605A13F0B0}"/>
              </a:ext>
            </a:extLst>
          </p:cNvPr>
          <p:cNvGrpSpPr/>
          <p:nvPr/>
        </p:nvGrpSpPr>
        <p:grpSpPr>
          <a:xfrm>
            <a:off x="7930264" y="1028700"/>
            <a:ext cx="9660221" cy="5187523"/>
            <a:chOff x="0" y="0"/>
            <a:chExt cx="2309819" cy="124036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CE57295-1F26-B9B2-554B-6F97159B0AB7}"/>
                </a:ext>
              </a:extLst>
            </p:cNvPr>
            <p:cNvSpPr/>
            <p:nvPr/>
          </p:nvSpPr>
          <p:spPr>
            <a:xfrm>
              <a:off x="0" y="0"/>
              <a:ext cx="2309819" cy="1240369"/>
            </a:xfrm>
            <a:custGeom>
              <a:avLst/>
              <a:gdLst/>
              <a:ahLst/>
              <a:cxnLst/>
              <a:rect l="l" t="t" r="r" b="b"/>
              <a:pathLst>
                <a:path w="2309819" h="1240369">
                  <a:moveTo>
                    <a:pt x="16028" y="0"/>
                  </a:moveTo>
                  <a:lnTo>
                    <a:pt x="2293790" y="0"/>
                  </a:lnTo>
                  <a:cubicBezTo>
                    <a:pt x="2298041" y="0"/>
                    <a:pt x="2302118" y="1689"/>
                    <a:pt x="2305124" y="4695"/>
                  </a:cubicBezTo>
                  <a:cubicBezTo>
                    <a:pt x="2308130" y="7701"/>
                    <a:pt x="2309819" y="11777"/>
                    <a:pt x="2309819" y="16028"/>
                  </a:cubicBezTo>
                  <a:lnTo>
                    <a:pt x="2309819" y="1224340"/>
                  </a:lnTo>
                  <a:cubicBezTo>
                    <a:pt x="2309819" y="1228591"/>
                    <a:pt x="2308130" y="1232668"/>
                    <a:pt x="2305124" y="1235674"/>
                  </a:cubicBezTo>
                  <a:cubicBezTo>
                    <a:pt x="2302118" y="1238680"/>
                    <a:pt x="2298041" y="1240369"/>
                    <a:pt x="2293790" y="1240369"/>
                  </a:cubicBezTo>
                  <a:lnTo>
                    <a:pt x="16028" y="1240369"/>
                  </a:lnTo>
                  <a:cubicBezTo>
                    <a:pt x="11777" y="1240369"/>
                    <a:pt x="7701" y="1238680"/>
                    <a:pt x="4695" y="1235674"/>
                  </a:cubicBezTo>
                  <a:cubicBezTo>
                    <a:pt x="1689" y="1232668"/>
                    <a:pt x="0" y="1228591"/>
                    <a:pt x="0" y="1224340"/>
                  </a:cubicBezTo>
                  <a:lnTo>
                    <a:pt x="0" y="16028"/>
                  </a:lnTo>
                  <a:cubicBezTo>
                    <a:pt x="0" y="11777"/>
                    <a:pt x="1689" y="7701"/>
                    <a:pt x="4695" y="4695"/>
                  </a:cubicBezTo>
                  <a:cubicBezTo>
                    <a:pt x="7701" y="1689"/>
                    <a:pt x="11777" y="0"/>
                    <a:pt x="1602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C39BA19-40F1-DFF8-5CF3-71BD80832E55}"/>
                </a:ext>
              </a:extLst>
            </p:cNvPr>
            <p:cNvSpPr txBox="1"/>
            <p:nvPr/>
          </p:nvSpPr>
          <p:spPr>
            <a:xfrm>
              <a:off x="0" y="-47625"/>
              <a:ext cx="2309819" cy="128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65DC4A73-6EB8-19EF-D3E2-F3768B2434AA}"/>
              </a:ext>
            </a:extLst>
          </p:cNvPr>
          <p:cNvSpPr/>
          <p:nvPr/>
        </p:nvSpPr>
        <p:spPr>
          <a:xfrm flipH="1">
            <a:off x="-1205551" y="6775611"/>
            <a:ext cx="20184982" cy="2573585"/>
          </a:xfrm>
          <a:custGeom>
            <a:avLst/>
            <a:gdLst/>
            <a:ahLst/>
            <a:cxnLst/>
            <a:rect l="l" t="t" r="r" b="b"/>
            <a:pathLst>
              <a:path w="20184982" h="2573585">
                <a:moveTo>
                  <a:pt x="20184982" y="0"/>
                </a:moveTo>
                <a:lnTo>
                  <a:pt x="0" y="0"/>
                </a:lnTo>
                <a:lnTo>
                  <a:pt x="0" y="2573585"/>
                </a:lnTo>
                <a:lnTo>
                  <a:pt x="20184982" y="2573585"/>
                </a:lnTo>
                <a:lnTo>
                  <a:pt x="2018498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305E385-82AB-6903-F985-C2900CA8088C}"/>
              </a:ext>
            </a:extLst>
          </p:cNvPr>
          <p:cNvSpPr/>
          <p:nvPr/>
        </p:nvSpPr>
        <p:spPr>
          <a:xfrm>
            <a:off x="16620588" y="6482923"/>
            <a:ext cx="2177273" cy="1186614"/>
          </a:xfrm>
          <a:custGeom>
            <a:avLst/>
            <a:gdLst/>
            <a:ahLst/>
            <a:cxnLst/>
            <a:rect l="l" t="t" r="r" b="b"/>
            <a:pathLst>
              <a:path w="2177273" h="1186614">
                <a:moveTo>
                  <a:pt x="0" y="0"/>
                </a:moveTo>
                <a:lnTo>
                  <a:pt x="2177273" y="0"/>
                </a:lnTo>
                <a:lnTo>
                  <a:pt x="2177273" y="1186614"/>
                </a:lnTo>
                <a:lnTo>
                  <a:pt x="0" y="1186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755E98C-363A-DF93-3050-966F30D1286A}"/>
              </a:ext>
            </a:extLst>
          </p:cNvPr>
          <p:cNvSpPr/>
          <p:nvPr/>
        </p:nvSpPr>
        <p:spPr>
          <a:xfrm>
            <a:off x="1483017" y="7340782"/>
            <a:ext cx="5950486" cy="1286793"/>
          </a:xfrm>
          <a:custGeom>
            <a:avLst/>
            <a:gdLst/>
            <a:ahLst/>
            <a:cxnLst/>
            <a:rect l="l" t="t" r="r" b="b"/>
            <a:pathLst>
              <a:path w="5950486" h="1286793">
                <a:moveTo>
                  <a:pt x="0" y="0"/>
                </a:moveTo>
                <a:lnTo>
                  <a:pt x="5950486" y="0"/>
                </a:lnTo>
                <a:lnTo>
                  <a:pt x="5950486" y="1286793"/>
                </a:lnTo>
                <a:lnTo>
                  <a:pt x="0" y="1286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F72F1F7-2F61-4A51-CCF5-A2A5AC5978EC}"/>
              </a:ext>
            </a:extLst>
          </p:cNvPr>
          <p:cNvSpPr/>
          <p:nvPr/>
        </p:nvSpPr>
        <p:spPr>
          <a:xfrm flipH="1">
            <a:off x="-3728722" y="5979488"/>
            <a:ext cx="6033535" cy="2322911"/>
          </a:xfrm>
          <a:custGeom>
            <a:avLst/>
            <a:gdLst/>
            <a:ahLst/>
            <a:cxnLst/>
            <a:rect l="l" t="t" r="r" b="b"/>
            <a:pathLst>
              <a:path w="6033535" h="2322911">
                <a:moveTo>
                  <a:pt x="6033534" y="0"/>
                </a:moveTo>
                <a:lnTo>
                  <a:pt x="0" y="0"/>
                </a:lnTo>
                <a:lnTo>
                  <a:pt x="0" y="2322911"/>
                </a:lnTo>
                <a:lnTo>
                  <a:pt x="6033534" y="2322911"/>
                </a:lnTo>
                <a:lnTo>
                  <a:pt x="603353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E7F1657-BC8C-DD13-15E3-2E41051B322C}"/>
              </a:ext>
            </a:extLst>
          </p:cNvPr>
          <p:cNvSpPr/>
          <p:nvPr/>
        </p:nvSpPr>
        <p:spPr>
          <a:xfrm rot="333751">
            <a:off x="-1178853" y="8346033"/>
            <a:ext cx="19767916" cy="8673173"/>
          </a:xfrm>
          <a:custGeom>
            <a:avLst/>
            <a:gdLst/>
            <a:ahLst/>
            <a:cxnLst/>
            <a:rect l="l" t="t" r="r" b="b"/>
            <a:pathLst>
              <a:path w="19767916" h="8673173">
                <a:moveTo>
                  <a:pt x="0" y="0"/>
                </a:moveTo>
                <a:lnTo>
                  <a:pt x="19767917" y="0"/>
                </a:lnTo>
                <a:lnTo>
                  <a:pt x="19767917" y="8673174"/>
                </a:lnTo>
                <a:lnTo>
                  <a:pt x="0" y="86731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D64E86E-643A-4E13-3FB3-A0DBEE2AF154}"/>
              </a:ext>
            </a:extLst>
          </p:cNvPr>
          <p:cNvSpPr/>
          <p:nvPr/>
        </p:nvSpPr>
        <p:spPr>
          <a:xfrm flipH="1">
            <a:off x="6481611" y="3977126"/>
            <a:ext cx="951893" cy="809974"/>
          </a:xfrm>
          <a:custGeom>
            <a:avLst/>
            <a:gdLst/>
            <a:ahLst/>
            <a:cxnLst/>
            <a:rect l="l" t="t" r="r" b="b"/>
            <a:pathLst>
              <a:path w="951893" h="809974">
                <a:moveTo>
                  <a:pt x="951892" y="0"/>
                </a:moveTo>
                <a:lnTo>
                  <a:pt x="0" y="0"/>
                </a:lnTo>
                <a:lnTo>
                  <a:pt x="0" y="809974"/>
                </a:lnTo>
                <a:lnTo>
                  <a:pt x="951892" y="809974"/>
                </a:lnTo>
                <a:lnTo>
                  <a:pt x="951892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F15C877-96EA-C2BE-2630-49DEF5845C69}"/>
              </a:ext>
            </a:extLst>
          </p:cNvPr>
          <p:cNvSpPr/>
          <p:nvPr/>
        </p:nvSpPr>
        <p:spPr>
          <a:xfrm>
            <a:off x="5522680" y="5672949"/>
            <a:ext cx="1434877" cy="782008"/>
          </a:xfrm>
          <a:custGeom>
            <a:avLst/>
            <a:gdLst/>
            <a:ahLst/>
            <a:cxnLst/>
            <a:rect l="l" t="t" r="r" b="b"/>
            <a:pathLst>
              <a:path w="1434877" h="782008">
                <a:moveTo>
                  <a:pt x="0" y="0"/>
                </a:moveTo>
                <a:lnTo>
                  <a:pt x="1434877" y="0"/>
                </a:lnTo>
                <a:lnTo>
                  <a:pt x="1434877" y="782008"/>
                </a:lnTo>
                <a:lnTo>
                  <a:pt x="0" y="78200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B7428784-1DDD-2A44-69D6-64C3D67EE65A}"/>
              </a:ext>
            </a:extLst>
          </p:cNvPr>
          <p:cNvSpPr/>
          <p:nvPr/>
        </p:nvSpPr>
        <p:spPr>
          <a:xfrm flipH="1">
            <a:off x="2046912" y="3926621"/>
            <a:ext cx="3475768" cy="5697980"/>
          </a:xfrm>
          <a:custGeom>
            <a:avLst/>
            <a:gdLst/>
            <a:ahLst/>
            <a:cxnLst/>
            <a:rect l="l" t="t" r="r" b="b"/>
            <a:pathLst>
              <a:path w="3475768" h="5697980">
                <a:moveTo>
                  <a:pt x="3475768" y="0"/>
                </a:moveTo>
                <a:lnTo>
                  <a:pt x="0" y="0"/>
                </a:lnTo>
                <a:lnTo>
                  <a:pt x="0" y="5697980"/>
                </a:lnTo>
                <a:lnTo>
                  <a:pt x="3475768" y="5697980"/>
                </a:lnTo>
                <a:lnTo>
                  <a:pt x="3475768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606C2EA-5C5C-E00C-8423-3383C4C01494}"/>
              </a:ext>
            </a:extLst>
          </p:cNvPr>
          <p:cNvSpPr txBox="1"/>
          <p:nvPr/>
        </p:nvSpPr>
        <p:spPr>
          <a:xfrm>
            <a:off x="1028700" y="909469"/>
            <a:ext cx="7858240" cy="253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1"/>
              </a:lnSpc>
            </a:pPr>
            <a:r>
              <a:rPr lang="en-US" sz="9898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Tips Menghafal</a:t>
            </a:r>
          </a:p>
          <a:p>
            <a:pPr algn="l">
              <a:lnSpc>
                <a:spcPts val="9601"/>
              </a:lnSpc>
            </a:pPr>
            <a:r>
              <a:rPr lang="en-US" sz="9898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Surah At-Tin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D50D4B8-B705-0C19-35F5-15A3D68CEF94}"/>
              </a:ext>
            </a:extLst>
          </p:cNvPr>
          <p:cNvSpPr txBox="1"/>
          <p:nvPr/>
        </p:nvSpPr>
        <p:spPr>
          <a:xfrm>
            <a:off x="8159710" y="1326681"/>
            <a:ext cx="9201330" cy="450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Menghafal Surah At-Tīn itu mudah.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Mulailah dari satu ayat, lalu tambahkan ayat berikutnya.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Ulangi hafalan beberapa kali.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Bacalah Surah At-Tīn saat salat setelah Al-Fātihah.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Hafalkan bersama teman secara bergantian.</a:t>
            </a:r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2A6D041A-D99F-BF48-CC8D-EA355BF637AC}"/>
              </a:ext>
            </a:extLst>
          </p:cNvPr>
          <p:cNvSpPr/>
          <p:nvPr/>
        </p:nvSpPr>
        <p:spPr>
          <a:xfrm>
            <a:off x="-711955" y="3977126"/>
            <a:ext cx="2140137" cy="1166374"/>
          </a:xfrm>
          <a:custGeom>
            <a:avLst/>
            <a:gdLst/>
            <a:ahLst/>
            <a:cxnLst/>
            <a:rect l="l" t="t" r="r" b="b"/>
            <a:pathLst>
              <a:path w="2140137" h="1166374">
                <a:moveTo>
                  <a:pt x="0" y="0"/>
                </a:moveTo>
                <a:lnTo>
                  <a:pt x="2140137" y="0"/>
                </a:lnTo>
                <a:lnTo>
                  <a:pt x="2140137" y="1166374"/>
                </a:lnTo>
                <a:lnTo>
                  <a:pt x="0" y="11663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B08907D5-C874-25B5-B469-3CDB4673D320}"/>
              </a:ext>
            </a:extLst>
          </p:cNvPr>
          <p:cNvSpPr/>
          <p:nvPr/>
        </p:nvSpPr>
        <p:spPr>
          <a:xfrm flipH="1">
            <a:off x="10139703" y="7826968"/>
            <a:ext cx="9338355" cy="3595267"/>
          </a:xfrm>
          <a:custGeom>
            <a:avLst/>
            <a:gdLst/>
            <a:ahLst/>
            <a:cxnLst/>
            <a:rect l="l" t="t" r="r" b="b"/>
            <a:pathLst>
              <a:path w="9338355" h="3595267">
                <a:moveTo>
                  <a:pt x="9338355" y="0"/>
                </a:moveTo>
                <a:lnTo>
                  <a:pt x="0" y="0"/>
                </a:lnTo>
                <a:lnTo>
                  <a:pt x="0" y="3595266"/>
                </a:lnTo>
                <a:lnTo>
                  <a:pt x="9338355" y="3595266"/>
                </a:lnTo>
                <a:lnTo>
                  <a:pt x="9338355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B2C95C22-6477-41E5-5405-C550385560DC}"/>
              </a:ext>
            </a:extLst>
          </p:cNvPr>
          <p:cNvSpPr/>
          <p:nvPr/>
        </p:nvSpPr>
        <p:spPr>
          <a:xfrm>
            <a:off x="11443464" y="6775611"/>
            <a:ext cx="1316910" cy="717716"/>
          </a:xfrm>
          <a:custGeom>
            <a:avLst/>
            <a:gdLst/>
            <a:ahLst/>
            <a:cxnLst/>
            <a:rect l="l" t="t" r="r" b="b"/>
            <a:pathLst>
              <a:path w="1316910" h="717716">
                <a:moveTo>
                  <a:pt x="0" y="0"/>
                </a:moveTo>
                <a:lnTo>
                  <a:pt x="1316911" y="0"/>
                </a:lnTo>
                <a:lnTo>
                  <a:pt x="1316911" y="717716"/>
                </a:lnTo>
                <a:lnTo>
                  <a:pt x="0" y="7177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50747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77053" y="7309064"/>
            <a:ext cx="19261991" cy="2455904"/>
          </a:xfrm>
          <a:custGeom>
            <a:avLst/>
            <a:gdLst/>
            <a:ahLst/>
            <a:cxnLst/>
            <a:rect l="l" t="t" r="r" b="b"/>
            <a:pathLst>
              <a:path w="19261991" h="2455904">
                <a:moveTo>
                  <a:pt x="19261992" y="0"/>
                </a:moveTo>
                <a:lnTo>
                  <a:pt x="0" y="0"/>
                </a:lnTo>
                <a:lnTo>
                  <a:pt x="0" y="2455904"/>
                </a:lnTo>
                <a:lnTo>
                  <a:pt x="19261992" y="2455904"/>
                </a:lnTo>
                <a:lnTo>
                  <a:pt x="192619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23286" y="5303543"/>
            <a:ext cx="2909150" cy="1585487"/>
          </a:xfrm>
          <a:custGeom>
            <a:avLst/>
            <a:gdLst/>
            <a:ahLst/>
            <a:cxnLst/>
            <a:rect l="l" t="t" r="r" b="b"/>
            <a:pathLst>
              <a:path w="2909150" h="1585487">
                <a:moveTo>
                  <a:pt x="0" y="0"/>
                </a:moveTo>
                <a:lnTo>
                  <a:pt x="2909150" y="0"/>
                </a:lnTo>
                <a:lnTo>
                  <a:pt x="2909150" y="1585487"/>
                </a:lnTo>
                <a:lnTo>
                  <a:pt x="0" y="15854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2579607"/>
            <a:ext cx="9706751" cy="4511133"/>
            <a:chOff x="0" y="0"/>
            <a:chExt cx="2320944" cy="1078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20944" cy="1078640"/>
            </a:xfrm>
            <a:custGeom>
              <a:avLst/>
              <a:gdLst/>
              <a:ahLst/>
              <a:cxnLst/>
              <a:rect l="l" t="t" r="r" b="b"/>
              <a:pathLst>
                <a:path w="2320944" h="1078640">
                  <a:moveTo>
                    <a:pt x="15952" y="0"/>
                  </a:moveTo>
                  <a:lnTo>
                    <a:pt x="2304993" y="0"/>
                  </a:lnTo>
                  <a:cubicBezTo>
                    <a:pt x="2309223" y="0"/>
                    <a:pt x="2313281" y="1681"/>
                    <a:pt x="2316272" y="4672"/>
                  </a:cubicBezTo>
                  <a:cubicBezTo>
                    <a:pt x="2319264" y="7664"/>
                    <a:pt x="2320944" y="11721"/>
                    <a:pt x="2320944" y="15952"/>
                  </a:cubicBezTo>
                  <a:lnTo>
                    <a:pt x="2320944" y="1062688"/>
                  </a:lnTo>
                  <a:cubicBezTo>
                    <a:pt x="2320944" y="1066919"/>
                    <a:pt x="2319264" y="1070976"/>
                    <a:pt x="2316272" y="1073968"/>
                  </a:cubicBezTo>
                  <a:cubicBezTo>
                    <a:pt x="2313281" y="1076959"/>
                    <a:pt x="2309223" y="1078640"/>
                    <a:pt x="2304993" y="1078640"/>
                  </a:cubicBezTo>
                  <a:lnTo>
                    <a:pt x="15952" y="1078640"/>
                  </a:lnTo>
                  <a:cubicBezTo>
                    <a:pt x="11721" y="1078640"/>
                    <a:pt x="7664" y="1076959"/>
                    <a:pt x="4672" y="1073968"/>
                  </a:cubicBezTo>
                  <a:cubicBezTo>
                    <a:pt x="1681" y="1070976"/>
                    <a:pt x="0" y="1066919"/>
                    <a:pt x="0" y="1062688"/>
                  </a:cubicBezTo>
                  <a:lnTo>
                    <a:pt x="0" y="15952"/>
                  </a:lnTo>
                  <a:cubicBezTo>
                    <a:pt x="0" y="11721"/>
                    <a:pt x="1681" y="7664"/>
                    <a:pt x="4672" y="4672"/>
                  </a:cubicBezTo>
                  <a:cubicBezTo>
                    <a:pt x="7664" y="1681"/>
                    <a:pt x="11721" y="0"/>
                    <a:pt x="1595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320944" cy="1126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700797" y="6507095"/>
            <a:ext cx="1401593" cy="763868"/>
          </a:xfrm>
          <a:custGeom>
            <a:avLst/>
            <a:gdLst/>
            <a:ahLst/>
            <a:cxnLst/>
            <a:rect l="l" t="t" r="r" b="b"/>
            <a:pathLst>
              <a:path w="1401593" h="763868">
                <a:moveTo>
                  <a:pt x="0" y="0"/>
                </a:moveTo>
                <a:lnTo>
                  <a:pt x="1401594" y="0"/>
                </a:lnTo>
                <a:lnTo>
                  <a:pt x="1401594" y="763869"/>
                </a:lnTo>
                <a:lnTo>
                  <a:pt x="0" y="7638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74113" y="6507095"/>
            <a:ext cx="5801464" cy="2233564"/>
          </a:xfrm>
          <a:custGeom>
            <a:avLst/>
            <a:gdLst/>
            <a:ahLst/>
            <a:cxnLst/>
            <a:rect l="l" t="t" r="r" b="b"/>
            <a:pathLst>
              <a:path w="5801464" h="2233564">
                <a:moveTo>
                  <a:pt x="0" y="0"/>
                </a:moveTo>
                <a:lnTo>
                  <a:pt x="5801464" y="0"/>
                </a:lnTo>
                <a:lnTo>
                  <a:pt x="5801464" y="2233564"/>
                </a:lnTo>
                <a:lnTo>
                  <a:pt x="0" y="22335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361170">
            <a:off x="408705" y="8304900"/>
            <a:ext cx="20184637" cy="8856009"/>
          </a:xfrm>
          <a:custGeom>
            <a:avLst/>
            <a:gdLst/>
            <a:ahLst/>
            <a:cxnLst/>
            <a:rect l="l" t="t" r="r" b="b"/>
            <a:pathLst>
              <a:path w="20184637" h="8856009">
                <a:moveTo>
                  <a:pt x="0" y="0"/>
                </a:moveTo>
                <a:lnTo>
                  <a:pt x="20184637" y="0"/>
                </a:lnTo>
                <a:lnTo>
                  <a:pt x="20184637" y="8856009"/>
                </a:lnTo>
                <a:lnTo>
                  <a:pt x="0" y="8856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303211" y="1659248"/>
            <a:ext cx="949299" cy="807767"/>
          </a:xfrm>
          <a:custGeom>
            <a:avLst/>
            <a:gdLst/>
            <a:ahLst/>
            <a:cxnLst/>
            <a:rect l="l" t="t" r="r" b="b"/>
            <a:pathLst>
              <a:path w="949299" h="807767">
                <a:moveTo>
                  <a:pt x="0" y="0"/>
                </a:moveTo>
                <a:lnTo>
                  <a:pt x="949299" y="0"/>
                </a:lnTo>
                <a:lnTo>
                  <a:pt x="949299" y="807767"/>
                </a:lnTo>
                <a:lnTo>
                  <a:pt x="0" y="8077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374113" y="1091199"/>
            <a:ext cx="2084584" cy="1136098"/>
          </a:xfrm>
          <a:custGeom>
            <a:avLst/>
            <a:gdLst/>
            <a:ahLst/>
            <a:cxnLst/>
            <a:rect l="l" t="t" r="r" b="b"/>
            <a:pathLst>
              <a:path w="2084584" h="1136098">
                <a:moveTo>
                  <a:pt x="0" y="0"/>
                </a:moveTo>
                <a:lnTo>
                  <a:pt x="2084585" y="0"/>
                </a:lnTo>
                <a:lnTo>
                  <a:pt x="2084585" y="1136099"/>
                </a:lnTo>
                <a:lnTo>
                  <a:pt x="0" y="11360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608011" y="3964048"/>
            <a:ext cx="1166984" cy="636007"/>
          </a:xfrm>
          <a:custGeom>
            <a:avLst/>
            <a:gdLst/>
            <a:ahLst/>
            <a:cxnLst/>
            <a:rect l="l" t="t" r="r" b="b"/>
            <a:pathLst>
              <a:path w="1166984" h="636007">
                <a:moveTo>
                  <a:pt x="0" y="0"/>
                </a:moveTo>
                <a:lnTo>
                  <a:pt x="1166985" y="0"/>
                </a:lnTo>
                <a:lnTo>
                  <a:pt x="1166985" y="636007"/>
                </a:lnTo>
                <a:lnTo>
                  <a:pt x="0" y="6360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-277053" y="7956764"/>
            <a:ext cx="7634780" cy="2939390"/>
          </a:xfrm>
          <a:custGeom>
            <a:avLst/>
            <a:gdLst/>
            <a:ahLst/>
            <a:cxnLst/>
            <a:rect l="l" t="t" r="r" b="b"/>
            <a:pathLst>
              <a:path w="7634780" h="2939390">
                <a:moveTo>
                  <a:pt x="7634781" y="0"/>
                </a:moveTo>
                <a:lnTo>
                  <a:pt x="0" y="0"/>
                </a:lnTo>
                <a:lnTo>
                  <a:pt x="0" y="2939390"/>
                </a:lnTo>
                <a:lnTo>
                  <a:pt x="7634781" y="2939390"/>
                </a:lnTo>
                <a:lnTo>
                  <a:pt x="763478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397429" y="7776540"/>
            <a:ext cx="3180767" cy="3758661"/>
          </a:xfrm>
          <a:custGeom>
            <a:avLst/>
            <a:gdLst/>
            <a:ahLst/>
            <a:cxnLst/>
            <a:rect l="l" t="t" r="r" b="b"/>
            <a:pathLst>
              <a:path w="3180767" h="3758661">
                <a:moveTo>
                  <a:pt x="0" y="0"/>
                </a:moveTo>
                <a:lnTo>
                  <a:pt x="3180767" y="0"/>
                </a:lnTo>
                <a:lnTo>
                  <a:pt x="3180767" y="3758660"/>
                </a:lnTo>
                <a:lnTo>
                  <a:pt x="0" y="375866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H="1">
            <a:off x="15203986" y="478381"/>
            <a:ext cx="5907073" cy="7585326"/>
          </a:xfrm>
          <a:custGeom>
            <a:avLst/>
            <a:gdLst/>
            <a:ahLst/>
            <a:cxnLst/>
            <a:rect l="l" t="t" r="r" b="b"/>
            <a:pathLst>
              <a:path w="5907073" h="7585326">
                <a:moveTo>
                  <a:pt x="5907072" y="0"/>
                </a:moveTo>
                <a:lnTo>
                  <a:pt x="0" y="0"/>
                </a:lnTo>
                <a:lnTo>
                  <a:pt x="0" y="7585326"/>
                </a:lnTo>
                <a:lnTo>
                  <a:pt x="5907072" y="7585326"/>
                </a:lnTo>
                <a:lnTo>
                  <a:pt x="5907072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982329" y="3964048"/>
            <a:ext cx="4476368" cy="5569354"/>
          </a:xfrm>
          <a:custGeom>
            <a:avLst/>
            <a:gdLst/>
            <a:ahLst/>
            <a:cxnLst/>
            <a:rect l="l" t="t" r="r" b="b"/>
            <a:pathLst>
              <a:path w="4476368" h="5569354">
                <a:moveTo>
                  <a:pt x="0" y="0"/>
                </a:moveTo>
                <a:lnTo>
                  <a:pt x="4476369" y="0"/>
                </a:lnTo>
                <a:lnTo>
                  <a:pt x="4476369" y="5569354"/>
                </a:lnTo>
                <a:lnTo>
                  <a:pt x="0" y="556935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909469"/>
            <a:ext cx="10737458" cy="131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1"/>
              </a:lnSpc>
            </a:pPr>
            <a:r>
              <a:rPr lang="en-US" sz="9898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Kandungan Surah At-Tin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10263" y="2822736"/>
            <a:ext cx="8945632" cy="3939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Allah Swt. menciptakan manusia dalam bentuk terbaik.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Orang yang bersyukur, beriman, dan beramal saleh akan mendapat surga.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Orang yang kufur dan tidak beramal saleh akan masuk neraka.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Allah adalah hakim yang Maha Adil.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73991" y="7161691"/>
            <a:ext cx="19261991" cy="2455904"/>
          </a:xfrm>
          <a:custGeom>
            <a:avLst/>
            <a:gdLst/>
            <a:ahLst/>
            <a:cxnLst/>
            <a:rect l="l" t="t" r="r" b="b"/>
            <a:pathLst>
              <a:path w="19261991" h="2455904">
                <a:moveTo>
                  <a:pt x="0" y="0"/>
                </a:moveTo>
                <a:lnTo>
                  <a:pt x="19261991" y="0"/>
                </a:lnTo>
                <a:lnTo>
                  <a:pt x="19261991" y="2455904"/>
                </a:lnTo>
                <a:lnTo>
                  <a:pt x="0" y="24559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286728" y="2746435"/>
            <a:ext cx="8972572" cy="5187523"/>
            <a:chOff x="0" y="0"/>
            <a:chExt cx="2145397" cy="124036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45397" cy="1240369"/>
            </a:xfrm>
            <a:custGeom>
              <a:avLst/>
              <a:gdLst/>
              <a:ahLst/>
              <a:cxnLst/>
              <a:rect l="l" t="t" r="r" b="b"/>
              <a:pathLst>
                <a:path w="2145397" h="1240369">
                  <a:moveTo>
                    <a:pt x="17257" y="0"/>
                  </a:moveTo>
                  <a:lnTo>
                    <a:pt x="2128140" y="0"/>
                  </a:lnTo>
                  <a:cubicBezTo>
                    <a:pt x="2132717" y="0"/>
                    <a:pt x="2137107" y="1818"/>
                    <a:pt x="2140343" y="5054"/>
                  </a:cubicBezTo>
                  <a:cubicBezTo>
                    <a:pt x="2143579" y="8291"/>
                    <a:pt x="2145397" y="12680"/>
                    <a:pt x="2145397" y="17257"/>
                  </a:cubicBezTo>
                  <a:lnTo>
                    <a:pt x="2145397" y="1223112"/>
                  </a:lnTo>
                  <a:cubicBezTo>
                    <a:pt x="2145397" y="1227689"/>
                    <a:pt x="2143579" y="1232078"/>
                    <a:pt x="2140343" y="1235314"/>
                  </a:cubicBezTo>
                  <a:cubicBezTo>
                    <a:pt x="2137107" y="1238551"/>
                    <a:pt x="2132717" y="1240369"/>
                    <a:pt x="2128140" y="1240369"/>
                  </a:cubicBezTo>
                  <a:lnTo>
                    <a:pt x="17257" y="1240369"/>
                  </a:lnTo>
                  <a:cubicBezTo>
                    <a:pt x="12680" y="1240369"/>
                    <a:pt x="8291" y="1238551"/>
                    <a:pt x="5054" y="1235314"/>
                  </a:cubicBezTo>
                  <a:cubicBezTo>
                    <a:pt x="1818" y="1232078"/>
                    <a:pt x="0" y="1227689"/>
                    <a:pt x="0" y="1223112"/>
                  </a:cubicBezTo>
                  <a:lnTo>
                    <a:pt x="0" y="17257"/>
                  </a:lnTo>
                  <a:cubicBezTo>
                    <a:pt x="0" y="12680"/>
                    <a:pt x="1818" y="8291"/>
                    <a:pt x="5054" y="5054"/>
                  </a:cubicBezTo>
                  <a:cubicBezTo>
                    <a:pt x="8291" y="1818"/>
                    <a:pt x="12680" y="0"/>
                    <a:pt x="17257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145397" cy="1287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275778" y="1601746"/>
            <a:ext cx="2718836" cy="1481766"/>
          </a:xfrm>
          <a:custGeom>
            <a:avLst/>
            <a:gdLst/>
            <a:ahLst/>
            <a:cxnLst/>
            <a:rect l="l" t="t" r="r" b="b"/>
            <a:pathLst>
              <a:path w="2718836" h="1481766">
                <a:moveTo>
                  <a:pt x="0" y="0"/>
                </a:moveTo>
                <a:lnTo>
                  <a:pt x="2718836" y="0"/>
                </a:lnTo>
                <a:lnTo>
                  <a:pt x="2718836" y="1481766"/>
                </a:lnTo>
                <a:lnTo>
                  <a:pt x="0" y="14817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22532">
            <a:off x="-1805590" y="8378655"/>
            <a:ext cx="20184637" cy="8856009"/>
          </a:xfrm>
          <a:custGeom>
            <a:avLst/>
            <a:gdLst/>
            <a:ahLst/>
            <a:cxnLst/>
            <a:rect l="l" t="t" r="r" b="b"/>
            <a:pathLst>
              <a:path w="20184637" h="8856009">
                <a:moveTo>
                  <a:pt x="0" y="0"/>
                </a:moveTo>
                <a:lnTo>
                  <a:pt x="20184636" y="0"/>
                </a:lnTo>
                <a:lnTo>
                  <a:pt x="20184636" y="8856010"/>
                </a:lnTo>
                <a:lnTo>
                  <a:pt x="0" y="88560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6443975"/>
            <a:ext cx="1316910" cy="717716"/>
          </a:xfrm>
          <a:custGeom>
            <a:avLst/>
            <a:gdLst/>
            <a:ahLst/>
            <a:cxnLst/>
            <a:rect l="l" t="t" r="r" b="b"/>
            <a:pathLst>
              <a:path w="1316910" h="717716">
                <a:moveTo>
                  <a:pt x="0" y="0"/>
                </a:moveTo>
                <a:lnTo>
                  <a:pt x="1316910" y="0"/>
                </a:lnTo>
                <a:lnTo>
                  <a:pt x="1316910" y="717716"/>
                </a:lnTo>
                <a:lnTo>
                  <a:pt x="0" y="7177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-2651154" y="7161691"/>
            <a:ext cx="5468495" cy="1182562"/>
          </a:xfrm>
          <a:custGeom>
            <a:avLst/>
            <a:gdLst/>
            <a:ahLst/>
            <a:cxnLst/>
            <a:rect l="l" t="t" r="r" b="b"/>
            <a:pathLst>
              <a:path w="5468495" h="1182562">
                <a:moveTo>
                  <a:pt x="0" y="0"/>
                </a:moveTo>
                <a:lnTo>
                  <a:pt x="5468495" y="0"/>
                </a:lnTo>
                <a:lnTo>
                  <a:pt x="5468495" y="1182562"/>
                </a:lnTo>
                <a:lnTo>
                  <a:pt x="0" y="11825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-2976810" y="531145"/>
            <a:ext cx="6119806" cy="7858499"/>
          </a:xfrm>
          <a:custGeom>
            <a:avLst/>
            <a:gdLst/>
            <a:ahLst/>
            <a:cxnLst/>
            <a:rect l="l" t="t" r="r" b="b"/>
            <a:pathLst>
              <a:path w="6119806" h="7858499">
                <a:moveTo>
                  <a:pt x="6119806" y="0"/>
                </a:moveTo>
                <a:lnTo>
                  <a:pt x="0" y="0"/>
                </a:lnTo>
                <a:lnTo>
                  <a:pt x="0" y="7858498"/>
                </a:lnTo>
                <a:lnTo>
                  <a:pt x="6119806" y="7858498"/>
                </a:lnTo>
                <a:lnTo>
                  <a:pt x="611980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457033" y="4460394"/>
            <a:ext cx="1316910" cy="717716"/>
          </a:xfrm>
          <a:custGeom>
            <a:avLst/>
            <a:gdLst/>
            <a:ahLst/>
            <a:cxnLst/>
            <a:rect l="l" t="t" r="r" b="b"/>
            <a:pathLst>
              <a:path w="1316910" h="717716">
                <a:moveTo>
                  <a:pt x="0" y="0"/>
                </a:moveTo>
                <a:lnTo>
                  <a:pt x="1316910" y="0"/>
                </a:lnTo>
                <a:lnTo>
                  <a:pt x="1316910" y="717716"/>
                </a:lnTo>
                <a:lnTo>
                  <a:pt x="0" y="7177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457033" y="1197863"/>
            <a:ext cx="949299" cy="807767"/>
          </a:xfrm>
          <a:custGeom>
            <a:avLst/>
            <a:gdLst/>
            <a:ahLst/>
            <a:cxnLst/>
            <a:rect l="l" t="t" r="r" b="b"/>
            <a:pathLst>
              <a:path w="949299" h="807767">
                <a:moveTo>
                  <a:pt x="0" y="0"/>
                </a:moveTo>
                <a:lnTo>
                  <a:pt x="949299" y="0"/>
                </a:lnTo>
                <a:lnTo>
                  <a:pt x="949299" y="807767"/>
                </a:lnTo>
                <a:lnTo>
                  <a:pt x="0" y="8077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286728" y="8715009"/>
            <a:ext cx="8463103" cy="1830146"/>
          </a:xfrm>
          <a:custGeom>
            <a:avLst/>
            <a:gdLst/>
            <a:ahLst/>
            <a:cxnLst/>
            <a:rect l="l" t="t" r="r" b="b"/>
            <a:pathLst>
              <a:path w="8463103" h="1830146">
                <a:moveTo>
                  <a:pt x="0" y="0"/>
                </a:moveTo>
                <a:lnTo>
                  <a:pt x="8463103" y="0"/>
                </a:lnTo>
                <a:lnTo>
                  <a:pt x="8463103" y="1830146"/>
                </a:lnTo>
                <a:lnTo>
                  <a:pt x="0" y="18301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969230" y="7967355"/>
            <a:ext cx="8637539" cy="3325453"/>
          </a:xfrm>
          <a:custGeom>
            <a:avLst/>
            <a:gdLst/>
            <a:ahLst/>
            <a:cxnLst/>
            <a:rect l="l" t="t" r="r" b="b"/>
            <a:pathLst>
              <a:path w="8637539" h="3325453">
                <a:moveTo>
                  <a:pt x="0" y="0"/>
                </a:moveTo>
                <a:lnTo>
                  <a:pt x="8637540" y="0"/>
                </a:lnTo>
                <a:lnTo>
                  <a:pt x="8637540" y="3325453"/>
                </a:lnTo>
                <a:lnTo>
                  <a:pt x="0" y="332545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2772749" y="4250484"/>
            <a:ext cx="4058139" cy="7042324"/>
          </a:xfrm>
          <a:custGeom>
            <a:avLst/>
            <a:gdLst/>
            <a:ahLst/>
            <a:cxnLst/>
            <a:rect l="l" t="t" r="r" b="b"/>
            <a:pathLst>
              <a:path w="4058139" h="7042324">
                <a:moveTo>
                  <a:pt x="0" y="0"/>
                </a:moveTo>
                <a:lnTo>
                  <a:pt x="4058140" y="0"/>
                </a:lnTo>
                <a:lnTo>
                  <a:pt x="4058140" y="7042324"/>
                </a:lnTo>
                <a:lnTo>
                  <a:pt x="0" y="704232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8286728" y="1038082"/>
            <a:ext cx="8997931" cy="131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1"/>
              </a:lnSpc>
            </a:pPr>
            <a:r>
              <a:rPr lang="en-US" sz="9898" dirty="0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Hikmah Surah At-Tin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12520" y="3046773"/>
            <a:ext cx="8546346" cy="4501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Bersyukur atas nikmat penciptaan manusia yang sempurna.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Berusaha menjaga iman dan melakukan amal saleh setiap hari.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Menjauhi perbuatan kufur dan kelalaian agar tidak merugi.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Meyakini bahwa balasan Allah Swt. sangat adil dan sempurna.</a:t>
            </a:r>
          </a:p>
        </p:txBody>
      </p:sp>
      <p:sp>
        <p:nvSpPr>
          <p:cNvPr id="18" name="Freeform 18"/>
          <p:cNvSpPr/>
          <p:nvPr/>
        </p:nvSpPr>
        <p:spPr>
          <a:xfrm>
            <a:off x="17584333" y="1358720"/>
            <a:ext cx="2177273" cy="1186614"/>
          </a:xfrm>
          <a:custGeom>
            <a:avLst/>
            <a:gdLst/>
            <a:ahLst/>
            <a:cxnLst/>
            <a:rect l="l" t="t" r="r" b="b"/>
            <a:pathLst>
              <a:path w="2177273" h="1186614">
                <a:moveTo>
                  <a:pt x="0" y="0"/>
                </a:moveTo>
                <a:lnTo>
                  <a:pt x="2177273" y="0"/>
                </a:lnTo>
                <a:lnTo>
                  <a:pt x="2177273" y="1186614"/>
                </a:lnTo>
                <a:lnTo>
                  <a:pt x="0" y="1186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69015" y="7159793"/>
            <a:ext cx="18826030" cy="2400319"/>
          </a:xfrm>
          <a:custGeom>
            <a:avLst/>
            <a:gdLst/>
            <a:ahLst/>
            <a:cxnLst/>
            <a:rect l="l" t="t" r="r" b="b"/>
            <a:pathLst>
              <a:path w="18826030" h="2400319">
                <a:moveTo>
                  <a:pt x="0" y="0"/>
                </a:moveTo>
                <a:lnTo>
                  <a:pt x="18826030" y="0"/>
                </a:lnTo>
                <a:lnTo>
                  <a:pt x="18826030" y="2400319"/>
                </a:lnTo>
                <a:lnTo>
                  <a:pt x="0" y="2400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794650" y="1495083"/>
            <a:ext cx="5907073" cy="7585326"/>
          </a:xfrm>
          <a:custGeom>
            <a:avLst/>
            <a:gdLst/>
            <a:ahLst/>
            <a:cxnLst/>
            <a:rect l="l" t="t" r="r" b="b"/>
            <a:pathLst>
              <a:path w="5907073" h="7585326">
                <a:moveTo>
                  <a:pt x="0" y="0"/>
                </a:moveTo>
                <a:lnTo>
                  <a:pt x="5907073" y="0"/>
                </a:lnTo>
                <a:lnTo>
                  <a:pt x="5907073" y="7585326"/>
                </a:lnTo>
                <a:lnTo>
                  <a:pt x="0" y="75853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413723" y="1495083"/>
            <a:ext cx="5907073" cy="7585326"/>
          </a:xfrm>
          <a:custGeom>
            <a:avLst/>
            <a:gdLst/>
            <a:ahLst/>
            <a:cxnLst/>
            <a:rect l="l" t="t" r="r" b="b"/>
            <a:pathLst>
              <a:path w="5907073" h="7585326">
                <a:moveTo>
                  <a:pt x="5907073" y="0"/>
                </a:moveTo>
                <a:lnTo>
                  <a:pt x="0" y="0"/>
                </a:lnTo>
                <a:lnTo>
                  <a:pt x="0" y="7585326"/>
                </a:lnTo>
                <a:lnTo>
                  <a:pt x="5907073" y="7585326"/>
                </a:lnTo>
                <a:lnTo>
                  <a:pt x="590707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4080621" y="2704246"/>
            <a:ext cx="10126758" cy="4511133"/>
            <a:chOff x="0" y="0"/>
            <a:chExt cx="2421370" cy="10786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21370" cy="1078640"/>
            </a:xfrm>
            <a:custGeom>
              <a:avLst/>
              <a:gdLst/>
              <a:ahLst/>
              <a:cxnLst/>
              <a:rect l="l" t="t" r="r" b="b"/>
              <a:pathLst>
                <a:path w="2421370" h="1078640">
                  <a:moveTo>
                    <a:pt x="15290" y="0"/>
                  </a:moveTo>
                  <a:lnTo>
                    <a:pt x="2406080" y="0"/>
                  </a:lnTo>
                  <a:cubicBezTo>
                    <a:pt x="2410135" y="0"/>
                    <a:pt x="2414024" y="1611"/>
                    <a:pt x="2416892" y="4478"/>
                  </a:cubicBezTo>
                  <a:cubicBezTo>
                    <a:pt x="2419759" y="7346"/>
                    <a:pt x="2421370" y="11235"/>
                    <a:pt x="2421370" y="15290"/>
                  </a:cubicBezTo>
                  <a:lnTo>
                    <a:pt x="2421370" y="1063350"/>
                  </a:lnTo>
                  <a:cubicBezTo>
                    <a:pt x="2421370" y="1067405"/>
                    <a:pt x="2419759" y="1071294"/>
                    <a:pt x="2416892" y="1074161"/>
                  </a:cubicBezTo>
                  <a:cubicBezTo>
                    <a:pt x="2414024" y="1077029"/>
                    <a:pt x="2410135" y="1078640"/>
                    <a:pt x="2406080" y="1078640"/>
                  </a:cubicBezTo>
                  <a:lnTo>
                    <a:pt x="15290" y="1078640"/>
                  </a:lnTo>
                  <a:cubicBezTo>
                    <a:pt x="11235" y="1078640"/>
                    <a:pt x="7346" y="1077029"/>
                    <a:pt x="4478" y="1074161"/>
                  </a:cubicBezTo>
                  <a:cubicBezTo>
                    <a:pt x="1611" y="1071294"/>
                    <a:pt x="0" y="1067405"/>
                    <a:pt x="0" y="1063350"/>
                  </a:cubicBezTo>
                  <a:lnTo>
                    <a:pt x="0" y="15290"/>
                  </a:lnTo>
                  <a:cubicBezTo>
                    <a:pt x="0" y="11235"/>
                    <a:pt x="1611" y="7346"/>
                    <a:pt x="4478" y="4478"/>
                  </a:cubicBezTo>
                  <a:cubicBezTo>
                    <a:pt x="7346" y="1611"/>
                    <a:pt x="11235" y="0"/>
                    <a:pt x="15290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421370" cy="1126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-948318" y="8537016"/>
            <a:ext cx="20184637" cy="8856009"/>
          </a:xfrm>
          <a:custGeom>
            <a:avLst/>
            <a:gdLst/>
            <a:ahLst/>
            <a:cxnLst/>
            <a:rect l="l" t="t" r="r" b="b"/>
            <a:pathLst>
              <a:path w="20184637" h="8856009">
                <a:moveTo>
                  <a:pt x="0" y="0"/>
                </a:moveTo>
                <a:lnTo>
                  <a:pt x="20184636" y="0"/>
                </a:lnTo>
                <a:lnTo>
                  <a:pt x="20184636" y="8856009"/>
                </a:lnTo>
                <a:lnTo>
                  <a:pt x="0" y="88560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2157886" y="927033"/>
            <a:ext cx="949299" cy="807767"/>
          </a:xfrm>
          <a:custGeom>
            <a:avLst/>
            <a:gdLst/>
            <a:ahLst/>
            <a:cxnLst/>
            <a:rect l="l" t="t" r="r" b="b"/>
            <a:pathLst>
              <a:path w="949299" h="807767">
                <a:moveTo>
                  <a:pt x="949299" y="0"/>
                </a:moveTo>
                <a:lnTo>
                  <a:pt x="0" y="0"/>
                </a:lnTo>
                <a:lnTo>
                  <a:pt x="0" y="807768"/>
                </a:lnTo>
                <a:lnTo>
                  <a:pt x="949299" y="807768"/>
                </a:lnTo>
                <a:lnTo>
                  <a:pt x="94929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174716" y="762868"/>
            <a:ext cx="2084584" cy="1136098"/>
          </a:xfrm>
          <a:custGeom>
            <a:avLst/>
            <a:gdLst/>
            <a:ahLst/>
            <a:cxnLst/>
            <a:rect l="l" t="t" r="r" b="b"/>
            <a:pathLst>
              <a:path w="2084584" h="1136098">
                <a:moveTo>
                  <a:pt x="0" y="0"/>
                </a:moveTo>
                <a:lnTo>
                  <a:pt x="2084584" y="0"/>
                </a:lnTo>
                <a:lnTo>
                  <a:pt x="2084584" y="1136098"/>
                </a:lnTo>
                <a:lnTo>
                  <a:pt x="0" y="11360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097711" y="7804364"/>
            <a:ext cx="2092578" cy="2472766"/>
          </a:xfrm>
          <a:custGeom>
            <a:avLst/>
            <a:gdLst/>
            <a:ahLst/>
            <a:cxnLst/>
            <a:rect l="l" t="t" r="r" b="b"/>
            <a:pathLst>
              <a:path w="2092578" h="2472766">
                <a:moveTo>
                  <a:pt x="0" y="0"/>
                </a:moveTo>
                <a:lnTo>
                  <a:pt x="2092578" y="0"/>
                </a:lnTo>
                <a:lnTo>
                  <a:pt x="2092578" y="2472765"/>
                </a:lnTo>
                <a:lnTo>
                  <a:pt x="0" y="24727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7007753" y="9080409"/>
            <a:ext cx="4272494" cy="1644910"/>
          </a:xfrm>
          <a:custGeom>
            <a:avLst/>
            <a:gdLst/>
            <a:ahLst/>
            <a:cxnLst/>
            <a:rect l="l" t="t" r="r" b="b"/>
            <a:pathLst>
              <a:path w="4272494" h="1644910">
                <a:moveTo>
                  <a:pt x="0" y="0"/>
                </a:moveTo>
                <a:lnTo>
                  <a:pt x="4272494" y="0"/>
                </a:lnTo>
                <a:lnTo>
                  <a:pt x="4272494" y="1644910"/>
                </a:lnTo>
                <a:lnTo>
                  <a:pt x="0" y="16449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3032095" y="909469"/>
            <a:ext cx="12223810" cy="131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1"/>
              </a:lnSpc>
            </a:pPr>
            <a:r>
              <a:rPr lang="en-US" sz="9898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Hadis tentang Silaturahmi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71184" y="4620558"/>
            <a:ext cx="8945632" cy="2253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1"/>
              </a:lnSpc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“Barang siapa yang beriman kepada Allah dan hari akhir, maka hendaklah mempererat silaturahmi”</a:t>
            </a:r>
          </a:p>
          <a:p>
            <a:pPr algn="ctr">
              <a:lnSpc>
                <a:spcPts val="4431"/>
              </a:lnSpc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 (Muttafaq ‘Alaih dari Abu Hurairah r.a.).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598598" y="6807377"/>
            <a:ext cx="1293271" cy="704833"/>
          </a:xfrm>
          <a:custGeom>
            <a:avLst/>
            <a:gdLst/>
            <a:ahLst/>
            <a:cxnLst/>
            <a:rect l="l" t="t" r="r" b="b"/>
            <a:pathLst>
              <a:path w="1293271" h="704833">
                <a:moveTo>
                  <a:pt x="0" y="0"/>
                </a:moveTo>
                <a:lnTo>
                  <a:pt x="1293271" y="0"/>
                </a:lnTo>
                <a:lnTo>
                  <a:pt x="1293271" y="704833"/>
                </a:lnTo>
                <a:lnTo>
                  <a:pt x="0" y="70483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-657539" y="8279086"/>
            <a:ext cx="4528157" cy="979214"/>
          </a:xfrm>
          <a:custGeom>
            <a:avLst/>
            <a:gdLst/>
            <a:ahLst/>
            <a:cxnLst/>
            <a:rect l="l" t="t" r="r" b="b"/>
            <a:pathLst>
              <a:path w="4528157" h="979214">
                <a:moveTo>
                  <a:pt x="0" y="0"/>
                </a:moveTo>
                <a:lnTo>
                  <a:pt x="4528157" y="0"/>
                </a:lnTo>
                <a:lnTo>
                  <a:pt x="4528157" y="979214"/>
                </a:lnTo>
                <a:lnTo>
                  <a:pt x="0" y="9792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4417382" y="8279086"/>
            <a:ext cx="4528157" cy="979214"/>
          </a:xfrm>
          <a:custGeom>
            <a:avLst/>
            <a:gdLst/>
            <a:ahLst/>
            <a:cxnLst/>
            <a:rect l="l" t="t" r="r" b="b"/>
            <a:pathLst>
              <a:path w="4528157" h="979214">
                <a:moveTo>
                  <a:pt x="0" y="0"/>
                </a:moveTo>
                <a:lnTo>
                  <a:pt x="4528157" y="0"/>
                </a:lnTo>
                <a:lnTo>
                  <a:pt x="4528157" y="979214"/>
                </a:lnTo>
                <a:lnTo>
                  <a:pt x="0" y="9792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4382922" y="3032759"/>
            <a:ext cx="9522156" cy="742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84"/>
              </a:lnSpc>
            </a:pPr>
            <a:r>
              <a:rPr lang="ar-EG" sz="4132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  <a:rtl/>
              </a:rPr>
              <a:t>ومَن كانَ يُؤْمِنُ باللَّهِ واليَومِ الآخِرِ فَلْيَصِلْ رَحِمَهُ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71184" y="3981156"/>
            <a:ext cx="8945632" cy="567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1"/>
              </a:lnSpc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Artinya:</a:t>
            </a:r>
          </a:p>
        </p:txBody>
      </p:sp>
      <p:sp>
        <p:nvSpPr>
          <p:cNvPr id="20" name="Freeform 20"/>
          <p:cNvSpPr/>
          <p:nvPr/>
        </p:nvSpPr>
        <p:spPr>
          <a:xfrm>
            <a:off x="2396131" y="6807377"/>
            <a:ext cx="1293271" cy="704833"/>
          </a:xfrm>
          <a:custGeom>
            <a:avLst/>
            <a:gdLst/>
            <a:ahLst/>
            <a:cxnLst/>
            <a:rect l="l" t="t" r="r" b="b"/>
            <a:pathLst>
              <a:path w="1293271" h="704833">
                <a:moveTo>
                  <a:pt x="0" y="0"/>
                </a:moveTo>
                <a:lnTo>
                  <a:pt x="1293271" y="0"/>
                </a:lnTo>
                <a:lnTo>
                  <a:pt x="1293271" y="704833"/>
                </a:lnTo>
                <a:lnTo>
                  <a:pt x="0" y="70483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23843" y="4424014"/>
            <a:ext cx="1320157" cy="719486"/>
          </a:xfrm>
          <a:custGeom>
            <a:avLst/>
            <a:gdLst/>
            <a:ahLst/>
            <a:cxnLst/>
            <a:rect l="l" t="t" r="r" b="b"/>
            <a:pathLst>
              <a:path w="1320157" h="719486">
                <a:moveTo>
                  <a:pt x="0" y="0"/>
                </a:moveTo>
                <a:lnTo>
                  <a:pt x="1320157" y="0"/>
                </a:lnTo>
                <a:lnTo>
                  <a:pt x="1320157" y="719486"/>
                </a:lnTo>
                <a:lnTo>
                  <a:pt x="0" y="719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71010" y="1028700"/>
            <a:ext cx="7719475" cy="5746911"/>
            <a:chOff x="0" y="0"/>
            <a:chExt cx="1845774" cy="13741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45774" cy="1374122"/>
            </a:xfrm>
            <a:custGeom>
              <a:avLst/>
              <a:gdLst/>
              <a:ahLst/>
              <a:cxnLst/>
              <a:rect l="l" t="t" r="r" b="b"/>
              <a:pathLst>
                <a:path w="1845774" h="1374122">
                  <a:moveTo>
                    <a:pt x="20058" y="0"/>
                  </a:moveTo>
                  <a:lnTo>
                    <a:pt x="1825716" y="0"/>
                  </a:lnTo>
                  <a:cubicBezTo>
                    <a:pt x="1836794" y="0"/>
                    <a:pt x="1845774" y="8980"/>
                    <a:pt x="1845774" y="20058"/>
                  </a:cubicBezTo>
                  <a:lnTo>
                    <a:pt x="1845774" y="1354064"/>
                  </a:lnTo>
                  <a:cubicBezTo>
                    <a:pt x="1845774" y="1365142"/>
                    <a:pt x="1836794" y="1374122"/>
                    <a:pt x="1825716" y="1374122"/>
                  </a:cubicBezTo>
                  <a:lnTo>
                    <a:pt x="20058" y="1374122"/>
                  </a:lnTo>
                  <a:cubicBezTo>
                    <a:pt x="8980" y="1374122"/>
                    <a:pt x="0" y="1365142"/>
                    <a:pt x="0" y="1354064"/>
                  </a:cubicBezTo>
                  <a:lnTo>
                    <a:pt x="0" y="20058"/>
                  </a:lnTo>
                  <a:cubicBezTo>
                    <a:pt x="0" y="8980"/>
                    <a:pt x="8980" y="0"/>
                    <a:pt x="20058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845774" cy="14217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-500710" y="7128036"/>
            <a:ext cx="20184982" cy="2573585"/>
          </a:xfrm>
          <a:custGeom>
            <a:avLst/>
            <a:gdLst/>
            <a:ahLst/>
            <a:cxnLst/>
            <a:rect l="l" t="t" r="r" b="b"/>
            <a:pathLst>
              <a:path w="20184982" h="2573585">
                <a:moveTo>
                  <a:pt x="20184982" y="0"/>
                </a:moveTo>
                <a:lnTo>
                  <a:pt x="0" y="0"/>
                </a:lnTo>
                <a:lnTo>
                  <a:pt x="0" y="2573585"/>
                </a:lnTo>
                <a:lnTo>
                  <a:pt x="20184982" y="2573585"/>
                </a:lnTo>
                <a:lnTo>
                  <a:pt x="2018498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-867504" y="6515026"/>
            <a:ext cx="6472165" cy="2491783"/>
          </a:xfrm>
          <a:custGeom>
            <a:avLst/>
            <a:gdLst/>
            <a:ahLst/>
            <a:cxnLst/>
            <a:rect l="l" t="t" r="r" b="b"/>
            <a:pathLst>
              <a:path w="6472165" h="2491783">
                <a:moveTo>
                  <a:pt x="6472164" y="0"/>
                </a:moveTo>
                <a:lnTo>
                  <a:pt x="0" y="0"/>
                </a:lnTo>
                <a:lnTo>
                  <a:pt x="0" y="2491783"/>
                </a:lnTo>
                <a:lnTo>
                  <a:pt x="6472164" y="2491783"/>
                </a:lnTo>
                <a:lnTo>
                  <a:pt x="647216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178309">
            <a:off x="-289173" y="8497095"/>
            <a:ext cx="19767916" cy="8673173"/>
          </a:xfrm>
          <a:custGeom>
            <a:avLst/>
            <a:gdLst/>
            <a:ahLst/>
            <a:cxnLst/>
            <a:rect l="l" t="t" r="r" b="b"/>
            <a:pathLst>
              <a:path w="19767916" h="8673173">
                <a:moveTo>
                  <a:pt x="0" y="0"/>
                </a:moveTo>
                <a:lnTo>
                  <a:pt x="19767917" y="0"/>
                </a:lnTo>
                <a:lnTo>
                  <a:pt x="19767917" y="8673173"/>
                </a:lnTo>
                <a:lnTo>
                  <a:pt x="0" y="86731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273808" y="718969"/>
            <a:ext cx="1083035" cy="921564"/>
          </a:xfrm>
          <a:custGeom>
            <a:avLst/>
            <a:gdLst/>
            <a:ahLst/>
            <a:cxnLst/>
            <a:rect l="l" t="t" r="r" b="b"/>
            <a:pathLst>
              <a:path w="1083035" h="921564">
                <a:moveTo>
                  <a:pt x="1083035" y="0"/>
                </a:moveTo>
                <a:lnTo>
                  <a:pt x="0" y="0"/>
                </a:lnTo>
                <a:lnTo>
                  <a:pt x="0" y="921564"/>
                </a:lnTo>
                <a:lnTo>
                  <a:pt x="1083035" y="921564"/>
                </a:lnTo>
                <a:lnTo>
                  <a:pt x="1083035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806412" y="4060869"/>
            <a:ext cx="2157576" cy="1175879"/>
          </a:xfrm>
          <a:custGeom>
            <a:avLst/>
            <a:gdLst/>
            <a:ahLst/>
            <a:cxnLst/>
            <a:rect l="l" t="t" r="r" b="b"/>
            <a:pathLst>
              <a:path w="2157576" h="1175879">
                <a:moveTo>
                  <a:pt x="0" y="0"/>
                </a:moveTo>
                <a:lnTo>
                  <a:pt x="2157576" y="0"/>
                </a:lnTo>
                <a:lnTo>
                  <a:pt x="2157576" y="1175879"/>
                </a:lnTo>
                <a:lnTo>
                  <a:pt x="0" y="117587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929782" y="7409260"/>
            <a:ext cx="3129500" cy="3698080"/>
          </a:xfrm>
          <a:custGeom>
            <a:avLst/>
            <a:gdLst/>
            <a:ahLst/>
            <a:cxnLst/>
            <a:rect l="l" t="t" r="r" b="b"/>
            <a:pathLst>
              <a:path w="3129500" h="3698080">
                <a:moveTo>
                  <a:pt x="0" y="0"/>
                </a:moveTo>
                <a:lnTo>
                  <a:pt x="3129501" y="0"/>
                </a:lnTo>
                <a:lnTo>
                  <a:pt x="3129501" y="3698080"/>
                </a:lnTo>
                <a:lnTo>
                  <a:pt x="0" y="36980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5910787"/>
            <a:ext cx="9092251" cy="3841476"/>
          </a:xfrm>
          <a:custGeom>
            <a:avLst/>
            <a:gdLst/>
            <a:ahLst/>
            <a:cxnLst/>
            <a:rect l="l" t="t" r="r" b="b"/>
            <a:pathLst>
              <a:path w="9092251" h="3841476">
                <a:moveTo>
                  <a:pt x="0" y="0"/>
                </a:moveTo>
                <a:lnTo>
                  <a:pt x="9092251" y="0"/>
                </a:lnTo>
                <a:lnTo>
                  <a:pt x="9092251" y="3841477"/>
                </a:lnTo>
                <a:lnTo>
                  <a:pt x="0" y="384147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909469"/>
            <a:ext cx="8566085" cy="253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1"/>
              </a:lnSpc>
            </a:pPr>
            <a:r>
              <a:rPr lang="en-US" sz="9898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Makna Hadis</a:t>
            </a:r>
          </a:p>
          <a:p>
            <a:pPr algn="l">
              <a:lnSpc>
                <a:spcPts val="9601"/>
              </a:lnSpc>
            </a:pPr>
            <a:r>
              <a:rPr lang="en-US" sz="9898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tentang Silaturahmi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54360" y="1326681"/>
            <a:ext cx="7352775" cy="5063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Silaturahmi merupakan tanda keimanan kepada Allah dan hari akhir.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Iman yang benar tercermin dalam perbuatan, termasuk menjaga hubungan baik.</a:t>
            </a:r>
          </a:p>
          <a:p>
            <a:pPr marL="683411" lvl="1" indent="-341705" algn="l">
              <a:lnSpc>
                <a:spcPts val="4431"/>
              </a:lnSpc>
              <a:buFont typeface="Arial"/>
              <a:buChar char="•"/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Menjalin silaturahmi membawa keberkahan dan pahala dari Allah Swt.</a:t>
            </a:r>
          </a:p>
        </p:txBody>
      </p:sp>
      <p:sp>
        <p:nvSpPr>
          <p:cNvPr id="15" name="Freeform 15"/>
          <p:cNvSpPr/>
          <p:nvPr/>
        </p:nvSpPr>
        <p:spPr>
          <a:xfrm flipH="1">
            <a:off x="10120951" y="9006809"/>
            <a:ext cx="6105370" cy="2350568"/>
          </a:xfrm>
          <a:custGeom>
            <a:avLst/>
            <a:gdLst/>
            <a:ahLst/>
            <a:cxnLst/>
            <a:rect l="l" t="t" r="r" b="b"/>
            <a:pathLst>
              <a:path w="6105370" h="2350568">
                <a:moveTo>
                  <a:pt x="6105370" y="0"/>
                </a:moveTo>
                <a:lnTo>
                  <a:pt x="0" y="0"/>
                </a:lnTo>
                <a:lnTo>
                  <a:pt x="0" y="2350568"/>
                </a:lnTo>
                <a:lnTo>
                  <a:pt x="6105370" y="2350568"/>
                </a:lnTo>
                <a:lnTo>
                  <a:pt x="610537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flipH="1">
            <a:off x="15006597" y="9258300"/>
            <a:ext cx="6105370" cy="2350568"/>
          </a:xfrm>
          <a:custGeom>
            <a:avLst/>
            <a:gdLst/>
            <a:ahLst/>
            <a:cxnLst/>
            <a:rect l="l" t="t" r="r" b="b"/>
            <a:pathLst>
              <a:path w="6105370" h="2350568">
                <a:moveTo>
                  <a:pt x="6105371" y="0"/>
                </a:moveTo>
                <a:lnTo>
                  <a:pt x="0" y="0"/>
                </a:lnTo>
                <a:lnTo>
                  <a:pt x="0" y="2350568"/>
                </a:lnTo>
                <a:lnTo>
                  <a:pt x="6105371" y="2350568"/>
                </a:lnTo>
                <a:lnTo>
                  <a:pt x="6105371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-298522" y="3913752"/>
            <a:ext cx="1596340" cy="870005"/>
          </a:xfrm>
          <a:custGeom>
            <a:avLst/>
            <a:gdLst/>
            <a:ahLst/>
            <a:cxnLst/>
            <a:rect l="l" t="t" r="r" b="b"/>
            <a:pathLst>
              <a:path w="1596340" h="870005">
                <a:moveTo>
                  <a:pt x="0" y="0"/>
                </a:moveTo>
                <a:lnTo>
                  <a:pt x="1596340" y="0"/>
                </a:lnTo>
                <a:lnTo>
                  <a:pt x="1596340" y="870005"/>
                </a:lnTo>
                <a:lnTo>
                  <a:pt x="0" y="870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1070488" y="7073251"/>
            <a:ext cx="19261991" cy="2455904"/>
          </a:xfrm>
          <a:custGeom>
            <a:avLst/>
            <a:gdLst/>
            <a:ahLst/>
            <a:cxnLst/>
            <a:rect l="l" t="t" r="r" b="b"/>
            <a:pathLst>
              <a:path w="19261991" h="2455904">
                <a:moveTo>
                  <a:pt x="19261991" y="0"/>
                </a:moveTo>
                <a:lnTo>
                  <a:pt x="0" y="0"/>
                </a:lnTo>
                <a:lnTo>
                  <a:pt x="0" y="2455904"/>
                </a:lnTo>
                <a:lnTo>
                  <a:pt x="19261991" y="2455904"/>
                </a:lnTo>
                <a:lnTo>
                  <a:pt x="1926199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23286" y="4921609"/>
            <a:ext cx="2909150" cy="1585487"/>
          </a:xfrm>
          <a:custGeom>
            <a:avLst/>
            <a:gdLst/>
            <a:ahLst/>
            <a:cxnLst/>
            <a:rect l="l" t="t" r="r" b="b"/>
            <a:pathLst>
              <a:path w="2909150" h="1585487">
                <a:moveTo>
                  <a:pt x="0" y="0"/>
                </a:moveTo>
                <a:lnTo>
                  <a:pt x="2909150" y="0"/>
                </a:lnTo>
                <a:lnTo>
                  <a:pt x="2909150" y="1585486"/>
                </a:lnTo>
                <a:lnTo>
                  <a:pt x="0" y="15854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2957865"/>
            <a:ext cx="9706751" cy="3927488"/>
            <a:chOff x="0" y="0"/>
            <a:chExt cx="2320944" cy="93908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20944" cy="939087"/>
            </a:xfrm>
            <a:custGeom>
              <a:avLst/>
              <a:gdLst/>
              <a:ahLst/>
              <a:cxnLst/>
              <a:rect l="l" t="t" r="r" b="b"/>
              <a:pathLst>
                <a:path w="2320944" h="939087">
                  <a:moveTo>
                    <a:pt x="15952" y="0"/>
                  </a:moveTo>
                  <a:lnTo>
                    <a:pt x="2304993" y="0"/>
                  </a:lnTo>
                  <a:cubicBezTo>
                    <a:pt x="2309223" y="0"/>
                    <a:pt x="2313281" y="1681"/>
                    <a:pt x="2316272" y="4672"/>
                  </a:cubicBezTo>
                  <a:cubicBezTo>
                    <a:pt x="2319264" y="7664"/>
                    <a:pt x="2320944" y="11721"/>
                    <a:pt x="2320944" y="15952"/>
                  </a:cubicBezTo>
                  <a:lnTo>
                    <a:pt x="2320944" y="923135"/>
                  </a:lnTo>
                  <a:cubicBezTo>
                    <a:pt x="2320944" y="927366"/>
                    <a:pt x="2319264" y="931423"/>
                    <a:pt x="2316272" y="934415"/>
                  </a:cubicBezTo>
                  <a:cubicBezTo>
                    <a:pt x="2313281" y="937406"/>
                    <a:pt x="2309223" y="939087"/>
                    <a:pt x="2304993" y="939087"/>
                  </a:cubicBezTo>
                  <a:lnTo>
                    <a:pt x="15952" y="939087"/>
                  </a:lnTo>
                  <a:cubicBezTo>
                    <a:pt x="11721" y="939087"/>
                    <a:pt x="7664" y="937406"/>
                    <a:pt x="4672" y="934415"/>
                  </a:cubicBezTo>
                  <a:cubicBezTo>
                    <a:pt x="1681" y="931423"/>
                    <a:pt x="0" y="927366"/>
                    <a:pt x="0" y="923135"/>
                  </a:cubicBezTo>
                  <a:lnTo>
                    <a:pt x="0" y="15952"/>
                  </a:lnTo>
                  <a:cubicBezTo>
                    <a:pt x="0" y="11721"/>
                    <a:pt x="1681" y="7664"/>
                    <a:pt x="4672" y="4672"/>
                  </a:cubicBezTo>
                  <a:cubicBezTo>
                    <a:pt x="7664" y="1681"/>
                    <a:pt x="11721" y="0"/>
                    <a:pt x="15952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320944" cy="986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-698856" y="1028700"/>
            <a:ext cx="2302312" cy="1254760"/>
          </a:xfrm>
          <a:custGeom>
            <a:avLst/>
            <a:gdLst/>
            <a:ahLst/>
            <a:cxnLst/>
            <a:rect l="l" t="t" r="r" b="b"/>
            <a:pathLst>
              <a:path w="2302312" h="1254760">
                <a:moveTo>
                  <a:pt x="0" y="0"/>
                </a:moveTo>
                <a:lnTo>
                  <a:pt x="2302313" y="0"/>
                </a:lnTo>
                <a:lnTo>
                  <a:pt x="2302313" y="1254760"/>
                </a:lnTo>
                <a:lnTo>
                  <a:pt x="0" y="1254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374113" y="6507095"/>
            <a:ext cx="5801464" cy="2233564"/>
          </a:xfrm>
          <a:custGeom>
            <a:avLst/>
            <a:gdLst/>
            <a:ahLst/>
            <a:cxnLst/>
            <a:rect l="l" t="t" r="r" b="b"/>
            <a:pathLst>
              <a:path w="5801464" h="2233564">
                <a:moveTo>
                  <a:pt x="0" y="0"/>
                </a:moveTo>
                <a:lnTo>
                  <a:pt x="5801464" y="0"/>
                </a:lnTo>
                <a:lnTo>
                  <a:pt x="5801464" y="2233564"/>
                </a:lnTo>
                <a:lnTo>
                  <a:pt x="0" y="22335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447191">
            <a:off x="-402934" y="8344975"/>
            <a:ext cx="20184637" cy="8856009"/>
          </a:xfrm>
          <a:custGeom>
            <a:avLst/>
            <a:gdLst/>
            <a:ahLst/>
            <a:cxnLst/>
            <a:rect l="l" t="t" r="r" b="b"/>
            <a:pathLst>
              <a:path w="20184637" h="8856009">
                <a:moveTo>
                  <a:pt x="0" y="0"/>
                </a:moveTo>
                <a:lnTo>
                  <a:pt x="20184636" y="0"/>
                </a:lnTo>
                <a:lnTo>
                  <a:pt x="20184636" y="8856010"/>
                </a:lnTo>
                <a:lnTo>
                  <a:pt x="0" y="88560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242841" y="1091199"/>
            <a:ext cx="1296260" cy="1103000"/>
          </a:xfrm>
          <a:custGeom>
            <a:avLst/>
            <a:gdLst/>
            <a:ahLst/>
            <a:cxnLst/>
            <a:rect l="l" t="t" r="r" b="b"/>
            <a:pathLst>
              <a:path w="1296260" h="1103000">
                <a:moveTo>
                  <a:pt x="0" y="0"/>
                </a:moveTo>
                <a:lnTo>
                  <a:pt x="1296260" y="0"/>
                </a:lnTo>
                <a:lnTo>
                  <a:pt x="1296260" y="1103000"/>
                </a:lnTo>
                <a:lnTo>
                  <a:pt x="0" y="11030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743205" y="1330917"/>
            <a:ext cx="2084584" cy="1136098"/>
          </a:xfrm>
          <a:custGeom>
            <a:avLst/>
            <a:gdLst/>
            <a:ahLst/>
            <a:cxnLst/>
            <a:rect l="l" t="t" r="r" b="b"/>
            <a:pathLst>
              <a:path w="2084584" h="1136098">
                <a:moveTo>
                  <a:pt x="0" y="0"/>
                </a:moveTo>
                <a:lnTo>
                  <a:pt x="2084584" y="0"/>
                </a:lnTo>
                <a:lnTo>
                  <a:pt x="2084584" y="1136098"/>
                </a:lnTo>
                <a:lnTo>
                  <a:pt x="0" y="1136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608011" y="3964048"/>
            <a:ext cx="1166984" cy="636007"/>
          </a:xfrm>
          <a:custGeom>
            <a:avLst/>
            <a:gdLst/>
            <a:ahLst/>
            <a:cxnLst/>
            <a:rect l="l" t="t" r="r" b="b"/>
            <a:pathLst>
              <a:path w="1166984" h="636007">
                <a:moveTo>
                  <a:pt x="0" y="0"/>
                </a:moveTo>
                <a:lnTo>
                  <a:pt x="1166985" y="0"/>
                </a:lnTo>
                <a:lnTo>
                  <a:pt x="1166985" y="636007"/>
                </a:lnTo>
                <a:lnTo>
                  <a:pt x="0" y="6360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5203986" y="761523"/>
            <a:ext cx="5907073" cy="7585326"/>
          </a:xfrm>
          <a:custGeom>
            <a:avLst/>
            <a:gdLst/>
            <a:ahLst/>
            <a:cxnLst/>
            <a:rect l="l" t="t" r="r" b="b"/>
            <a:pathLst>
              <a:path w="5907073" h="7585326">
                <a:moveTo>
                  <a:pt x="5907072" y="0"/>
                </a:moveTo>
                <a:lnTo>
                  <a:pt x="0" y="0"/>
                </a:lnTo>
                <a:lnTo>
                  <a:pt x="0" y="7585326"/>
                </a:lnTo>
                <a:lnTo>
                  <a:pt x="5907072" y="7585326"/>
                </a:lnTo>
                <a:lnTo>
                  <a:pt x="5907072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717490" y="3485036"/>
            <a:ext cx="4019339" cy="6044119"/>
          </a:xfrm>
          <a:custGeom>
            <a:avLst/>
            <a:gdLst/>
            <a:ahLst/>
            <a:cxnLst/>
            <a:rect l="l" t="t" r="r" b="b"/>
            <a:pathLst>
              <a:path w="4019339" h="6044119">
                <a:moveTo>
                  <a:pt x="0" y="0"/>
                </a:moveTo>
                <a:lnTo>
                  <a:pt x="4019339" y="0"/>
                </a:lnTo>
                <a:lnTo>
                  <a:pt x="4019339" y="6044119"/>
                </a:lnTo>
                <a:lnTo>
                  <a:pt x="0" y="604411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9703" y="1079035"/>
            <a:ext cx="9706751" cy="1317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1"/>
              </a:lnSpc>
            </a:pPr>
            <a:r>
              <a:rPr lang="en-US" sz="9898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Kesimpulan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10263" y="3200994"/>
            <a:ext cx="8945632" cy="337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1"/>
              </a:lnSpc>
            </a:pPr>
            <a:r>
              <a:rPr lang="en-US" sz="31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Surah At-Tīn mengajarkan bahwa manusia diciptakan dengan sebaik-baiknya bentuk dan dimuliakan karena ketakwaannya. Hadis Rasulullah menekankan pentingnya menjaga silaturahmi sebagai bukti keimanan</a:t>
            </a:r>
          </a:p>
        </p:txBody>
      </p:sp>
      <p:sp>
        <p:nvSpPr>
          <p:cNvPr id="17" name="Freeform 17"/>
          <p:cNvSpPr/>
          <p:nvPr/>
        </p:nvSpPr>
        <p:spPr>
          <a:xfrm>
            <a:off x="-457414" y="8846811"/>
            <a:ext cx="9196360" cy="1988713"/>
          </a:xfrm>
          <a:custGeom>
            <a:avLst/>
            <a:gdLst/>
            <a:ahLst/>
            <a:cxnLst/>
            <a:rect l="l" t="t" r="r" b="b"/>
            <a:pathLst>
              <a:path w="9196360" h="1988713">
                <a:moveTo>
                  <a:pt x="0" y="0"/>
                </a:moveTo>
                <a:lnTo>
                  <a:pt x="9196360" y="0"/>
                </a:lnTo>
                <a:lnTo>
                  <a:pt x="9196360" y="1988713"/>
                </a:lnTo>
                <a:lnTo>
                  <a:pt x="0" y="198871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-2641625" y="8141518"/>
            <a:ext cx="5801464" cy="2233564"/>
          </a:xfrm>
          <a:custGeom>
            <a:avLst/>
            <a:gdLst/>
            <a:ahLst/>
            <a:cxnLst/>
            <a:rect l="l" t="t" r="r" b="b"/>
            <a:pathLst>
              <a:path w="5801464" h="2233564">
                <a:moveTo>
                  <a:pt x="0" y="0"/>
                </a:moveTo>
                <a:lnTo>
                  <a:pt x="5801464" y="0"/>
                </a:lnTo>
                <a:lnTo>
                  <a:pt x="5801464" y="2233564"/>
                </a:lnTo>
                <a:lnTo>
                  <a:pt x="0" y="22335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34614" y="6122970"/>
            <a:ext cx="19502730" cy="2486598"/>
          </a:xfrm>
          <a:custGeom>
            <a:avLst/>
            <a:gdLst/>
            <a:ahLst/>
            <a:cxnLst/>
            <a:rect l="l" t="t" r="r" b="b"/>
            <a:pathLst>
              <a:path w="19502730" h="2486598">
                <a:moveTo>
                  <a:pt x="0" y="0"/>
                </a:moveTo>
                <a:lnTo>
                  <a:pt x="19502730" y="0"/>
                </a:lnTo>
                <a:lnTo>
                  <a:pt x="19502730" y="2486598"/>
                </a:lnTo>
                <a:lnTo>
                  <a:pt x="0" y="24865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266838" y="7596793"/>
            <a:ext cx="5545541" cy="1199223"/>
          </a:xfrm>
          <a:custGeom>
            <a:avLst/>
            <a:gdLst/>
            <a:ahLst/>
            <a:cxnLst/>
            <a:rect l="l" t="t" r="r" b="b"/>
            <a:pathLst>
              <a:path w="5545541" h="1199223">
                <a:moveTo>
                  <a:pt x="0" y="0"/>
                </a:moveTo>
                <a:lnTo>
                  <a:pt x="5545540" y="0"/>
                </a:lnTo>
                <a:lnTo>
                  <a:pt x="5545540" y="1199223"/>
                </a:lnTo>
                <a:lnTo>
                  <a:pt x="0" y="11992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934614" y="8116762"/>
            <a:ext cx="20157229" cy="8843984"/>
          </a:xfrm>
          <a:custGeom>
            <a:avLst/>
            <a:gdLst/>
            <a:ahLst/>
            <a:cxnLst/>
            <a:rect l="l" t="t" r="r" b="b"/>
            <a:pathLst>
              <a:path w="20157229" h="8843984">
                <a:moveTo>
                  <a:pt x="0" y="0"/>
                </a:moveTo>
                <a:lnTo>
                  <a:pt x="20157228" y="0"/>
                </a:lnTo>
                <a:lnTo>
                  <a:pt x="20157228" y="8843984"/>
                </a:lnTo>
                <a:lnTo>
                  <a:pt x="0" y="88439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6740994" y="4449990"/>
            <a:ext cx="1320157" cy="719486"/>
          </a:xfrm>
          <a:custGeom>
            <a:avLst/>
            <a:gdLst/>
            <a:ahLst/>
            <a:cxnLst/>
            <a:rect l="l" t="t" r="r" b="b"/>
            <a:pathLst>
              <a:path w="1320157" h="719486">
                <a:moveTo>
                  <a:pt x="0" y="0"/>
                </a:moveTo>
                <a:lnTo>
                  <a:pt x="1320157" y="0"/>
                </a:lnTo>
                <a:lnTo>
                  <a:pt x="1320157" y="719486"/>
                </a:lnTo>
                <a:lnTo>
                  <a:pt x="0" y="7194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723563" y="4086845"/>
            <a:ext cx="2157576" cy="1175879"/>
          </a:xfrm>
          <a:custGeom>
            <a:avLst/>
            <a:gdLst/>
            <a:ahLst/>
            <a:cxnLst/>
            <a:rect l="l" t="t" r="r" b="b"/>
            <a:pathLst>
              <a:path w="2157576" h="1175879">
                <a:moveTo>
                  <a:pt x="0" y="0"/>
                </a:moveTo>
                <a:lnTo>
                  <a:pt x="2157576" y="0"/>
                </a:lnTo>
                <a:lnTo>
                  <a:pt x="2157576" y="1175879"/>
                </a:lnTo>
                <a:lnTo>
                  <a:pt x="0" y="11758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4579472" y="1808607"/>
            <a:ext cx="2157576" cy="1175879"/>
          </a:xfrm>
          <a:custGeom>
            <a:avLst/>
            <a:gdLst/>
            <a:ahLst/>
            <a:cxnLst/>
            <a:rect l="l" t="t" r="r" b="b"/>
            <a:pathLst>
              <a:path w="2157576" h="1175879">
                <a:moveTo>
                  <a:pt x="2157576" y="0"/>
                </a:moveTo>
                <a:lnTo>
                  <a:pt x="0" y="0"/>
                </a:lnTo>
                <a:lnTo>
                  <a:pt x="0" y="1175879"/>
                </a:lnTo>
                <a:lnTo>
                  <a:pt x="2157576" y="1175879"/>
                </a:lnTo>
                <a:lnTo>
                  <a:pt x="2157576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381371" y="3939727"/>
            <a:ext cx="1596340" cy="870005"/>
          </a:xfrm>
          <a:custGeom>
            <a:avLst/>
            <a:gdLst/>
            <a:ahLst/>
            <a:cxnLst/>
            <a:rect l="l" t="t" r="r" b="b"/>
            <a:pathLst>
              <a:path w="1596340" h="870005">
                <a:moveTo>
                  <a:pt x="0" y="0"/>
                </a:moveTo>
                <a:lnTo>
                  <a:pt x="1596340" y="0"/>
                </a:lnTo>
                <a:lnTo>
                  <a:pt x="1596340" y="870006"/>
                </a:lnTo>
                <a:lnTo>
                  <a:pt x="0" y="8700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-1960847" y="1582627"/>
            <a:ext cx="5731750" cy="7360193"/>
          </a:xfrm>
          <a:custGeom>
            <a:avLst/>
            <a:gdLst/>
            <a:ahLst/>
            <a:cxnLst/>
            <a:rect l="l" t="t" r="r" b="b"/>
            <a:pathLst>
              <a:path w="5731750" h="7360193">
                <a:moveTo>
                  <a:pt x="5731751" y="0"/>
                </a:moveTo>
                <a:lnTo>
                  <a:pt x="0" y="0"/>
                </a:lnTo>
                <a:lnTo>
                  <a:pt x="0" y="7360193"/>
                </a:lnTo>
                <a:lnTo>
                  <a:pt x="5731751" y="7360193"/>
                </a:lnTo>
                <a:lnTo>
                  <a:pt x="573175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039608" y="7299312"/>
            <a:ext cx="3403262" cy="1310256"/>
          </a:xfrm>
          <a:custGeom>
            <a:avLst/>
            <a:gdLst/>
            <a:ahLst/>
            <a:cxnLst/>
            <a:rect l="l" t="t" r="r" b="b"/>
            <a:pathLst>
              <a:path w="3403262" h="1310256">
                <a:moveTo>
                  <a:pt x="0" y="0"/>
                </a:moveTo>
                <a:lnTo>
                  <a:pt x="3403262" y="0"/>
                </a:lnTo>
                <a:lnTo>
                  <a:pt x="3403262" y="1310256"/>
                </a:lnTo>
                <a:lnTo>
                  <a:pt x="0" y="131025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2449778" y="1028700"/>
            <a:ext cx="1167669" cy="993580"/>
          </a:xfrm>
          <a:custGeom>
            <a:avLst/>
            <a:gdLst/>
            <a:ahLst/>
            <a:cxnLst/>
            <a:rect l="l" t="t" r="r" b="b"/>
            <a:pathLst>
              <a:path w="1167669" h="993580">
                <a:moveTo>
                  <a:pt x="0" y="0"/>
                </a:moveTo>
                <a:lnTo>
                  <a:pt x="1167669" y="0"/>
                </a:lnTo>
                <a:lnTo>
                  <a:pt x="1167669" y="993580"/>
                </a:lnTo>
                <a:lnTo>
                  <a:pt x="0" y="9935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934614" y="8359115"/>
            <a:ext cx="5636982" cy="2170238"/>
          </a:xfrm>
          <a:custGeom>
            <a:avLst/>
            <a:gdLst/>
            <a:ahLst/>
            <a:cxnLst/>
            <a:rect l="l" t="t" r="r" b="b"/>
            <a:pathLst>
              <a:path w="5636982" h="2170238">
                <a:moveTo>
                  <a:pt x="0" y="0"/>
                </a:moveTo>
                <a:lnTo>
                  <a:pt x="5636982" y="0"/>
                </a:lnTo>
                <a:lnTo>
                  <a:pt x="5636982" y="2170238"/>
                </a:lnTo>
                <a:lnTo>
                  <a:pt x="0" y="217023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3603103" y="7629149"/>
            <a:ext cx="3072032" cy="3630171"/>
          </a:xfrm>
          <a:custGeom>
            <a:avLst/>
            <a:gdLst/>
            <a:ahLst/>
            <a:cxnLst/>
            <a:rect l="l" t="t" r="r" b="b"/>
            <a:pathLst>
              <a:path w="3072032" h="3630171">
                <a:moveTo>
                  <a:pt x="0" y="0"/>
                </a:moveTo>
                <a:lnTo>
                  <a:pt x="3072032" y="0"/>
                </a:lnTo>
                <a:lnTo>
                  <a:pt x="3072032" y="3630170"/>
                </a:lnTo>
                <a:lnTo>
                  <a:pt x="0" y="363017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7760905" y="5143500"/>
            <a:ext cx="9149396" cy="4414584"/>
          </a:xfrm>
          <a:custGeom>
            <a:avLst/>
            <a:gdLst/>
            <a:ahLst/>
            <a:cxnLst/>
            <a:rect l="l" t="t" r="r" b="b"/>
            <a:pathLst>
              <a:path w="9149396" h="4414584">
                <a:moveTo>
                  <a:pt x="0" y="0"/>
                </a:moveTo>
                <a:lnTo>
                  <a:pt x="9149396" y="0"/>
                </a:lnTo>
                <a:lnTo>
                  <a:pt x="9149396" y="4414584"/>
                </a:lnTo>
                <a:lnTo>
                  <a:pt x="0" y="441458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27555" y="987783"/>
            <a:ext cx="11389892" cy="1408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06"/>
              </a:lnSpc>
            </a:pPr>
            <a:r>
              <a:rPr lang="en-US" sz="10728">
                <a:solidFill>
                  <a:srgbClr val="205179"/>
                </a:solidFill>
                <a:latin typeface="Marykate"/>
                <a:ea typeface="Marykate"/>
                <a:cs typeface="Marykate"/>
                <a:sym typeface="Marykate"/>
              </a:rPr>
              <a:t>Terima Kasih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31141" y="2533897"/>
            <a:ext cx="6382721" cy="13070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1"/>
              </a:lnSpc>
            </a:pPr>
            <a:r>
              <a:rPr lang="en-US" sz="3665">
                <a:solidFill>
                  <a:srgbClr val="205179"/>
                </a:solidFill>
                <a:latin typeface="Poppins"/>
                <a:ea typeface="Poppins"/>
                <a:cs typeface="Poppins"/>
                <a:sym typeface="Poppins"/>
              </a:rPr>
              <a:t>Sampai jumpa di sesi pembelajaran berikutnya!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435</Words>
  <Application>Microsoft Office PowerPoint</Application>
  <PresentationFormat>Custom</PresentationFormat>
  <Paragraphs>64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Marykate</vt:lpstr>
      <vt:lpstr>Arial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Mengaji Q.S. At-Tin dan Hadis tentang Silaturahmi Presentasi Biru dan Hijau Sederhana dan Ilustratif</dc:title>
  <dc:creator>ACER</dc:creator>
  <cp:lastModifiedBy>Arif Hidayat</cp:lastModifiedBy>
  <cp:revision>7</cp:revision>
  <dcterms:created xsi:type="dcterms:W3CDTF">2006-08-16T00:00:00Z</dcterms:created>
  <dcterms:modified xsi:type="dcterms:W3CDTF">2026-02-09T00:44:01Z</dcterms:modified>
  <dc:identifier>DAG_BtYGjXY</dc:identifier>
</cp:coreProperties>
</file>