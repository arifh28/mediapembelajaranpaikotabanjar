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T Interphases" charset="1" panose="02000503020000020004"/>
      <p:regular r:id="rId17"/>
    </p:embeddedFont>
    <p:embeddedFont>
      <p:font typeface="Cooper BT Light" charset="1" panose="0208050304030B020404"/>
      <p:regular r:id="rId18"/>
    </p:embeddedFont>
    <p:embeddedFont>
      <p:font typeface="Open Sans Bold" charset="1" panose="020B0806030504020204"/>
      <p:regular r:id="rId19"/>
    </p:embeddedFont>
    <p:embeddedFont>
      <p:font typeface="Open Sans" charset="1" panose="020B0606030504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8.jpeg" Type="http://schemas.openxmlformats.org/officeDocument/2006/relationships/image"/><Relationship Id="rId5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jpeg" Type="http://schemas.openxmlformats.org/officeDocument/2006/relationships/image"/><Relationship Id="rId4" Target="../media/image15.jpeg" Type="http://schemas.openxmlformats.org/officeDocument/2006/relationships/image"/><Relationship Id="rId5" Target="../media/image1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5064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6" id="6"/>
            <p:cNvSpPr/>
            <p:nvPr/>
          </p:nvSpPr>
          <p:spPr>
            <a:xfrm flipH="false" flipV="false" rot="6000">
              <a:off x="-843" y="-630"/>
              <a:ext cx="814486" cy="1058013"/>
            </a:xfrm>
            <a:custGeom>
              <a:avLst/>
              <a:gdLst/>
              <a:ahLst/>
              <a:cxnLst/>
              <a:rect r="r" b="b" t="t" l="l"/>
              <a:pathLst>
                <a:path h="1058013" w="814486">
                  <a:moveTo>
                    <a:pt x="44890" y="1262"/>
                  </a:moveTo>
                  <a:lnTo>
                    <a:pt x="767752" y="0"/>
                  </a:lnTo>
                  <a:cubicBezTo>
                    <a:pt x="779678" y="-21"/>
                    <a:pt x="791124" y="4697"/>
                    <a:pt x="799572" y="13115"/>
                  </a:cubicBezTo>
                  <a:cubicBezTo>
                    <a:pt x="808020" y="21534"/>
                    <a:pt x="812778" y="32963"/>
                    <a:pt x="812799" y="44890"/>
                  </a:cubicBezTo>
                  <a:lnTo>
                    <a:pt x="814486" y="1011704"/>
                  </a:lnTo>
                  <a:cubicBezTo>
                    <a:pt x="814507" y="1023631"/>
                    <a:pt x="809789" y="1035077"/>
                    <a:pt x="801371" y="1043524"/>
                  </a:cubicBezTo>
                  <a:cubicBezTo>
                    <a:pt x="792952" y="1051972"/>
                    <a:pt x="781523" y="1056730"/>
                    <a:pt x="769596" y="1056751"/>
                  </a:cubicBezTo>
                  <a:lnTo>
                    <a:pt x="46734" y="1058012"/>
                  </a:lnTo>
                  <a:cubicBezTo>
                    <a:pt x="34808" y="1058033"/>
                    <a:pt x="23362" y="1053316"/>
                    <a:pt x="14914" y="1044897"/>
                  </a:cubicBezTo>
                  <a:cubicBezTo>
                    <a:pt x="6466" y="1036479"/>
                    <a:pt x="1708" y="1025049"/>
                    <a:pt x="1687" y="1013123"/>
                  </a:cubicBezTo>
                  <a:lnTo>
                    <a:pt x="0" y="46308"/>
                  </a:lnTo>
                  <a:cubicBezTo>
                    <a:pt x="-21" y="34382"/>
                    <a:pt x="4697" y="22936"/>
                    <a:pt x="13115" y="14488"/>
                  </a:cubicBezTo>
                  <a:cubicBezTo>
                    <a:pt x="21534" y="6040"/>
                    <a:pt x="32963" y="1282"/>
                    <a:pt x="44890" y="1262"/>
                  </a:cubicBezTo>
                  <a:close/>
                </a:path>
              </a:pathLst>
            </a:custGeom>
            <a:blipFill>
              <a:blip r:embed="rId2"/>
              <a:stretch>
                <a:fillRect l="-166256" t="-46659" r="-96512" b="-10352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382125" y="443429"/>
            <a:ext cx="8324850" cy="7415971"/>
            <a:chOff x="0" y="0"/>
            <a:chExt cx="11099800" cy="9887961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1676400" y="8565171"/>
              <a:ext cx="8890000" cy="1322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90"/>
                </a:lnSpc>
              </a:pPr>
              <a:r>
                <a:rPr lang="en-US" sz="3069" spc="-61">
                  <a:solidFill>
                    <a:srgbClr val="00064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Pembelajaran Pendidikan Agama Islam Kelas 1 SD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61925"/>
              <a:ext cx="11099800" cy="6293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9125"/>
                </a:lnSpc>
              </a:pPr>
              <a:r>
                <a:rPr lang="en-US" sz="9125" spc="-182">
                  <a:solidFill>
                    <a:srgbClr val="00064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Surah Al-Fatihah dan</a:t>
              </a:r>
            </a:p>
            <a:p>
              <a:pPr algn="ctr" marL="0" indent="0" lvl="0">
                <a:lnSpc>
                  <a:spcPts val="9125"/>
                </a:lnSpc>
              </a:pPr>
              <a:r>
                <a:rPr lang="en-US" sz="9125" spc="-182">
                  <a:solidFill>
                    <a:srgbClr val="00064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Macam-macam Harokat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6115050" y="8971632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1280083"/>
            <a:ext cx="16230600" cy="6838391"/>
          </a:xfrm>
          <a:custGeom>
            <a:avLst/>
            <a:gdLst/>
            <a:ahLst/>
            <a:cxnLst/>
            <a:rect r="r" b="b" t="t" l="l"/>
            <a:pathLst>
              <a:path h="6838391" w="16230600">
                <a:moveTo>
                  <a:pt x="0" y="0"/>
                </a:moveTo>
                <a:lnTo>
                  <a:pt x="16230600" y="0"/>
                </a:lnTo>
                <a:lnTo>
                  <a:pt x="16230600" y="6838391"/>
                </a:lnTo>
                <a:lnTo>
                  <a:pt x="0" y="68383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1539" t="-81158" r="-38733" b="-112777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0"/>
            <a:ext cx="10429875" cy="10287000"/>
            <a:chOff x="0" y="0"/>
            <a:chExt cx="274696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4696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46963">
                  <a:moveTo>
                    <a:pt x="0" y="0"/>
                  </a:moveTo>
                  <a:lnTo>
                    <a:pt x="2746963" y="0"/>
                  </a:lnTo>
                  <a:lnTo>
                    <a:pt x="274696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4696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700808" y="6607510"/>
            <a:ext cx="3459016" cy="4461104"/>
          </a:xfrm>
          <a:custGeom>
            <a:avLst/>
            <a:gdLst/>
            <a:ahLst/>
            <a:cxnLst/>
            <a:rect r="r" b="b" t="t" l="l"/>
            <a:pathLst>
              <a:path h="4461104" w="3459016">
                <a:moveTo>
                  <a:pt x="0" y="0"/>
                </a:moveTo>
                <a:lnTo>
                  <a:pt x="3459016" y="0"/>
                </a:lnTo>
                <a:lnTo>
                  <a:pt x="3459016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987134" y="371475"/>
            <a:ext cx="10313731" cy="9544050"/>
          </a:xfrm>
          <a:custGeom>
            <a:avLst/>
            <a:gdLst/>
            <a:ahLst/>
            <a:cxnLst/>
            <a:rect r="r" b="b" t="t" l="l"/>
            <a:pathLst>
              <a:path h="9544050" w="10313731">
                <a:moveTo>
                  <a:pt x="0" y="0"/>
                </a:moveTo>
                <a:lnTo>
                  <a:pt x="10313732" y="0"/>
                </a:lnTo>
                <a:lnTo>
                  <a:pt x="10313732" y="9544050"/>
                </a:lnTo>
                <a:lnTo>
                  <a:pt x="0" y="95440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9046" t="-35712" r="-69145" b="-45458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808" y="6607510"/>
            <a:ext cx="3459016" cy="4461104"/>
          </a:xfrm>
          <a:custGeom>
            <a:avLst/>
            <a:gdLst/>
            <a:ahLst/>
            <a:cxnLst/>
            <a:rect r="r" b="b" t="t" l="l"/>
            <a:pathLst>
              <a:path h="4461104" w="3459016">
                <a:moveTo>
                  <a:pt x="0" y="0"/>
                </a:moveTo>
                <a:lnTo>
                  <a:pt x="3459016" y="0"/>
                </a:lnTo>
                <a:lnTo>
                  <a:pt x="3459016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094519"/>
            <a:ext cx="6588554" cy="4935056"/>
          </a:xfrm>
          <a:custGeom>
            <a:avLst/>
            <a:gdLst/>
            <a:ahLst/>
            <a:cxnLst/>
            <a:rect r="r" b="b" t="t" l="l"/>
            <a:pathLst>
              <a:path h="4935056" w="6588554">
                <a:moveTo>
                  <a:pt x="0" y="0"/>
                </a:moveTo>
                <a:lnTo>
                  <a:pt x="6588554" y="0"/>
                </a:lnTo>
                <a:lnTo>
                  <a:pt x="6588554" y="4935056"/>
                </a:lnTo>
                <a:lnTo>
                  <a:pt x="0" y="49350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00224">
            <a:off x="7263228" y="1714117"/>
            <a:ext cx="4605253" cy="4605253"/>
          </a:xfrm>
          <a:custGeom>
            <a:avLst/>
            <a:gdLst/>
            <a:ahLst/>
            <a:cxnLst/>
            <a:rect r="r" b="b" t="t" l="l"/>
            <a:pathLst>
              <a:path h="4605253" w="4605253">
                <a:moveTo>
                  <a:pt x="0" y="0"/>
                </a:moveTo>
                <a:lnTo>
                  <a:pt x="4605253" y="0"/>
                </a:lnTo>
                <a:lnTo>
                  <a:pt x="4605253" y="4605252"/>
                </a:lnTo>
                <a:lnTo>
                  <a:pt x="0" y="46052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130183" y="392512"/>
            <a:ext cx="6385792" cy="1594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23"/>
              </a:lnSpc>
            </a:pPr>
            <a:r>
              <a:rPr lang="en-US" sz="4587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Perhatikan gambar berikut ini!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39352" y="6957376"/>
            <a:ext cx="7516985" cy="1880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5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Gambar apakah itu?????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A3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6642295">
            <a:off x="6763893" y="2049753"/>
            <a:ext cx="1876083" cy="1497455"/>
          </a:xfrm>
          <a:custGeom>
            <a:avLst/>
            <a:gdLst/>
            <a:ahLst/>
            <a:cxnLst/>
            <a:rect r="r" b="b" t="t" l="l"/>
            <a:pathLst>
              <a:path h="1497455" w="1876083">
                <a:moveTo>
                  <a:pt x="1876083" y="0"/>
                </a:moveTo>
                <a:lnTo>
                  <a:pt x="0" y="0"/>
                </a:lnTo>
                <a:lnTo>
                  <a:pt x="0" y="1497455"/>
                </a:lnTo>
                <a:lnTo>
                  <a:pt x="1876083" y="1497455"/>
                </a:lnTo>
                <a:lnTo>
                  <a:pt x="18760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77648" y="692349"/>
            <a:ext cx="6588554" cy="4935056"/>
          </a:xfrm>
          <a:custGeom>
            <a:avLst/>
            <a:gdLst/>
            <a:ahLst/>
            <a:cxnLst/>
            <a:rect r="r" b="b" t="t" l="l"/>
            <a:pathLst>
              <a:path h="4935056" w="6588554">
                <a:moveTo>
                  <a:pt x="0" y="0"/>
                </a:moveTo>
                <a:lnTo>
                  <a:pt x="6588554" y="0"/>
                </a:lnTo>
                <a:lnTo>
                  <a:pt x="6588554" y="4935056"/>
                </a:lnTo>
                <a:lnTo>
                  <a:pt x="0" y="49350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733954" y="933450"/>
            <a:ext cx="9346315" cy="6429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2842" indent="-566421" lvl="1">
              <a:lnSpc>
                <a:spcPts val="7345"/>
              </a:lnSpc>
              <a:buFont typeface="Arial"/>
              <a:buChar char="•"/>
            </a:pPr>
            <a:r>
              <a:rPr lang="en-US" b="true" sz="5247">
                <a:solidFill>
                  <a:srgbClr val="0506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Ini adalah Al-Qur’an</a:t>
            </a:r>
          </a:p>
          <a:p>
            <a:pPr algn="l" marL="1132842" indent="-566421" lvl="1">
              <a:lnSpc>
                <a:spcPts val="7345"/>
              </a:lnSpc>
              <a:buFont typeface="Arial"/>
              <a:buChar char="•"/>
            </a:pPr>
            <a:r>
              <a:rPr lang="en-US" b="true" sz="5247">
                <a:solidFill>
                  <a:srgbClr val="0506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Al-Qur’an merupakan kitab suci umat Islam</a:t>
            </a:r>
          </a:p>
          <a:p>
            <a:pPr algn="l" marL="1132842" indent="-566421" lvl="1">
              <a:lnSpc>
                <a:spcPts val="7345"/>
              </a:lnSpc>
              <a:buFont typeface="Arial"/>
              <a:buChar char="•"/>
            </a:pPr>
            <a:r>
              <a:rPr lang="en-US" b="true" sz="5247">
                <a:solidFill>
                  <a:srgbClr val="0506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Terdiri dari 30 Juz dan 114 Surat</a:t>
            </a:r>
          </a:p>
          <a:p>
            <a:pPr algn="l" marL="1132842" indent="-566421" lvl="1">
              <a:lnSpc>
                <a:spcPts val="7345"/>
              </a:lnSpc>
              <a:buFont typeface="Arial"/>
              <a:buChar char="•"/>
            </a:pPr>
            <a:r>
              <a:rPr lang="en-US" b="true" sz="5247">
                <a:solidFill>
                  <a:srgbClr val="0506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Menggunakan huruf Hijaiyah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6363" y="7168445"/>
            <a:ext cx="7075572" cy="2089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1"/>
              </a:lnSpc>
            </a:pPr>
            <a:r>
              <a:rPr lang="en-US" sz="3972" b="true">
                <a:solidFill>
                  <a:srgbClr val="0006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Umat Islam harus senantiasa membaca Al-Qur’an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A3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44497" y="1302056"/>
            <a:ext cx="7399006" cy="8972550"/>
          </a:xfrm>
          <a:custGeom>
            <a:avLst/>
            <a:gdLst/>
            <a:ahLst/>
            <a:cxnLst/>
            <a:rect r="r" b="b" t="t" l="l"/>
            <a:pathLst>
              <a:path h="8972550" w="7399006">
                <a:moveTo>
                  <a:pt x="0" y="0"/>
                </a:moveTo>
                <a:lnTo>
                  <a:pt x="7399006" y="0"/>
                </a:lnTo>
                <a:lnTo>
                  <a:pt x="7399006" y="8972550"/>
                </a:lnTo>
                <a:lnTo>
                  <a:pt x="0" y="89725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5793" t="-66124" r="-126511" b="-3893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53644" y="207328"/>
            <a:ext cx="9980712" cy="1094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0"/>
              </a:lnSpc>
            </a:pPr>
            <a:r>
              <a:rPr lang="en-US" sz="6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Aku Tahu Huruf Hijaiyah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1604" y="3929698"/>
            <a:ext cx="2257425" cy="2085975"/>
          </a:xfrm>
          <a:custGeom>
            <a:avLst/>
            <a:gdLst/>
            <a:ahLst/>
            <a:cxnLst/>
            <a:rect r="r" b="b" t="t" l="l"/>
            <a:pathLst>
              <a:path h="2085975" w="2257425">
                <a:moveTo>
                  <a:pt x="0" y="0"/>
                </a:moveTo>
                <a:lnTo>
                  <a:pt x="2257425" y="0"/>
                </a:lnTo>
                <a:lnTo>
                  <a:pt x="2257425" y="2085975"/>
                </a:lnTo>
                <a:lnTo>
                  <a:pt x="0" y="20859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075" t="-41854" r="-22480" b="-10623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43488" y="3758248"/>
            <a:ext cx="2114550" cy="2428875"/>
          </a:xfrm>
          <a:custGeom>
            <a:avLst/>
            <a:gdLst/>
            <a:ahLst/>
            <a:cxnLst/>
            <a:rect r="r" b="b" t="t" l="l"/>
            <a:pathLst>
              <a:path h="2428875" w="2114550">
                <a:moveTo>
                  <a:pt x="0" y="0"/>
                </a:moveTo>
                <a:lnTo>
                  <a:pt x="2114550" y="0"/>
                </a:lnTo>
                <a:lnTo>
                  <a:pt x="2114550" y="2428875"/>
                </a:lnTo>
                <a:lnTo>
                  <a:pt x="0" y="2428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778" t="-8136" r="-18130" b="-931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3758248"/>
            <a:ext cx="2039576" cy="2492815"/>
          </a:xfrm>
          <a:custGeom>
            <a:avLst/>
            <a:gdLst/>
            <a:ahLst/>
            <a:cxnLst/>
            <a:rect r="r" b="b" t="t" l="l"/>
            <a:pathLst>
              <a:path h="2492815" w="2039576">
                <a:moveTo>
                  <a:pt x="0" y="0"/>
                </a:moveTo>
                <a:lnTo>
                  <a:pt x="2039576" y="0"/>
                </a:lnTo>
                <a:lnTo>
                  <a:pt x="2039576" y="2492815"/>
                </a:lnTo>
                <a:lnTo>
                  <a:pt x="0" y="24928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625" t="-35139" r="-16736" b="-2968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11709" y="3758248"/>
            <a:ext cx="1718124" cy="2541391"/>
          </a:xfrm>
          <a:custGeom>
            <a:avLst/>
            <a:gdLst/>
            <a:ahLst/>
            <a:cxnLst/>
            <a:rect r="r" b="b" t="t" l="l"/>
            <a:pathLst>
              <a:path h="2541391" w="1718124">
                <a:moveTo>
                  <a:pt x="0" y="0"/>
                </a:moveTo>
                <a:lnTo>
                  <a:pt x="1718124" y="0"/>
                </a:lnTo>
                <a:lnTo>
                  <a:pt x="1718124" y="2541391"/>
                </a:lnTo>
                <a:lnTo>
                  <a:pt x="0" y="25413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5850" t="-9095" r="-38975" b="-909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90316" y="159703"/>
            <a:ext cx="1293584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6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Ayo Belajar Harokat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1883" y="2337752"/>
            <a:ext cx="1286083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6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Perhatikan Hufur Hijaiyah dibawah ini!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7286" y="7063105"/>
            <a:ext cx="299174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64F"/>
                </a:solidFill>
                <a:latin typeface="Open Sans"/>
                <a:ea typeface="Open Sans"/>
                <a:cs typeface="Open Sans"/>
                <a:sym typeface="Open Sans"/>
              </a:rPr>
              <a:t>Ini dibaca Jim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04891" y="7167563"/>
            <a:ext cx="299174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64F"/>
                </a:solidFill>
                <a:latin typeface="Open Sans"/>
                <a:ea typeface="Open Sans"/>
                <a:cs typeface="Open Sans"/>
                <a:sym typeface="Open Sans"/>
              </a:rPr>
              <a:t>Ini dibaca Ja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67917" y="7063105"/>
            <a:ext cx="299174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64F"/>
                </a:solidFill>
                <a:latin typeface="Open Sans"/>
                <a:ea typeface="Open Sans"/>
                <a:cs typeface="Open Sans"/>
                <a:sym typeface="Open Sans"/>
              </a:rPr>
              <a:t>Ini dibaca Ji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30288" y="7063105"/>
            <a:ext cx="299174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64F"/>
                </a:solidFill>
                <a:latin typeface="Open Sans"/>
                <a:ea typeface="Open Sans"/>
                <a:cs typeface="Open Sans"/>
                <a:sym typeface="Open Sans"/>
              </a:rPr>
              <a:t>Ini dibaca Ju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5248" y="8006080"/>
            <a:ext cx="297581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64F"/>
                </a:solidFill>
                <a:latin typeface="Open Sans"/>
                <a:ea typeface="Open Sans"/>
                <a:cs typeface="Open Sans"/>
                <a:sym typeface="Open Sans"/>
              </a:rPr>
              <a:t>Tanpa Harokat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88119" y="8006080"/>
            <a:ext cx="387608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64F"/>
                </a:solidFill>
                <a:latin typeface="Open Sans"/>
                <a:ea typeface="Open Sans"/>
                <a:cs typeface="Open Sans"/>
                <a:sym typeface="Open Sans"/>
              </a:rPr>
              <a:t>Harokat Dhommah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17752" y="8006080"/>
            <a:ext cx="311274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64F"/>
                </a:solidFill>
                <a:latin typeface="Open Sans"/>
                <a:ea typeface="Open Sans"/>
                <a:cs typeface="Open Sans"/>
                <a:sym typeface="Open Sans"/>
              </a:rPr>
              <a:t>Harokat Fathah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58238" y="8006080"/>
            <a:ext cx="314027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64F"/>
                </a:solidFill>
                <a:latin typeface="Open Sans"/>
                <a:ea typeface="Open Sans"/>
                <a:cs typeface="Open Sans"/>
                <a:sym typeface="Open Sans"/>
              </a:rPr>
              <a:t>Harokat Kasroh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3149" y="3174463"/>
            <a:ext cx="16328965" cy="583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50"/>
              </a:lnSpc>
              <a:spcBef>
                <a:spcPct val="0"/>
              </a:spcBef>
            </a:pPr>
            <a:r>
              <a:rPr lang="en-US" sz="7192" spc="-143" strike="noStrike" u="none">
                <a:solidFill>
                  <a:srgbClr val="05064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Harokat adalah tanda baca huruf Hijaiyah</a:t>
            </a:r>
          </a:p>
          <a:p>
            <a:pPr algn="l" marL="0" indent="0" lvl="0">
              <a:lnSpc>
                <a:spcPts val="9350"/>
              </a:lnSpc>
              <a:spcBef>
                <a:spcPct val="0"/>
              </a:spcBef>
            </a:pPr>
            <a:r>
              <a:rPr lang="en-US" sz="7192" spc="-143" strike="noStrike" u="none">
                <a:solidFill>
                  <a:srgbClr val="05064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Harokat digunakan untuk membunyikan huruf hijaiyah</a:t>
            </a:r>
          </a:p>
          <a:p>
            <a:pPr algn="l" marL="0" indent="0" lvl="0">
              <a:lnSpc>
                <a:spcPts val="9350"/>
              </a:lnSpc>
              <a:spcBef>
                <a:spcPct val="0"/>
              </a:spcBef>
            </a:pPr>
            <a:r>
              <a:rPr lang="en-US" sz="7192" spc="-143" strike="noStrike" u="none">
                <a:solidFill>
                  <a:srgbClr val="05064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Ada beberapa tanda harokat</a:t>
            </a:r>
          </a:p>
          <a:p>
            <a:pPr algn="l" marL="0" indent="0" lvl="0">
              <a:lnSpc>
                <a:spcPts val="9350"/>
              </a:lnSpc>
              <a:spcBef>
                <a:spcPct val="0"/>
              </a:spcBef>
            </a:pPr>
            <a:r>
              <a:rPr lang="en-US" sz="7192" spc="-143" strike="noStrike" u="none">
                <a:solidFill>
                  <a:srgbClr val="05064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Ada Fathah , Kasroh, dan Dhommah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238750" y="854274"/>
            <a:ext cx="8839200" cy="1130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  <a:spcBef>
                <a:spcPct val="0"/>
              </a:spcBef>
            </a:pPr>
            <a:r>
              <a:rPr lang="en-US" sz="8499" spc="-169">
                <a:solidFill>
                  <a:srgbClr val="05064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Mengenal Harokat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6850868" y="692349"/>
            <a:ext cx="1876083" cy="1497455"/>
          </a:xfrm>
          <a:custGeom>
            <a:avLst/>
            <a:gdLst/>
            <a:ahLst/>
            <a:cxnLst/>
            <a:rect r="r" b="b" t="t" l="l"/>
            <a:pathLst>
              <a:path h="1497455" w="1876083">
                <a:moveTo>
                  <a:pt x="1876083" y="0"/>
                </a:moveTo>
                <a:lnTo>
                  <a:pt x="0" y="0"/>
                </a:lnTo>
                <a:lnTo>
                  <a:pt x="0" y="1497455"/>
                </a:lnTo>
                <a:lnTo>
                  <a:pt x="1876083" y="1497455"/>
                </a:lnTo>
                <a:lnTo>
                  <a:pt x="18760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6850868" y="692349"/>
            <a:ext cx="1876083" cy="1497455"/>
          </a:xfrm>
          <a:custGeom>
            <a:avLst/>
            <a:gdLst/>
            <a:ahLst/>
            <a:cxnLst/>
            <a:rect r="r" b="b" t="t" l="l"/>
            <a:pathLst>
              <a:path h="1497455" w="1876083">
                <a:moveTo>
                  <a:pt x="1876083" y="0"/>
                </a:moveTo>
                <a:lnTo>
                  <a:pt x="0" y="0"/>
                </a:lnTo>
                <a:lnTo>
                  <a:pt x="0" y="1497455"/>
                </a:lnTo>
                <a:lnTo>
                  <a:pt x="1876083" y="1497455"/>
                </a:lnTo>
                <a:lnTo>
                  <a:pt x="18760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817905" y="1212483"/>
            <a:ext cx="12972725" cy="9074517"/>
          </a:xfrm>
          <a:custGeom>
            <a:avLst/>
            <a:gdLst/>
            <a:ahLst/>
            <a:cxnLst/>
            <a:rect r="r" b="b" t="t" l="l"/>
            <a:pathLst>
              <a:path h="9074517" w="12972725">
                <a:moveTo>
                  <a:pt x="0" y="0"/>
                </a:moveTo>
                <a:lnTo>
                  <a:pt x="12972724" y="0"/>
                </a:lnTo>
                <a:lnTo>
                  <a:pt x="12972724" y="9074517"/>
                </a:lnTo>
                <a:lnTo>
                  <a:pt x="0" y="9074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0144" t="-47832" r="-38765" b="-2811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24162" y="272679"/>
            <a:ext cx="12639675" cy="939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7000" spc="-140">
                <a:solidFill>
                  <a:srgbClr val="05064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Aku Hafal Surah Al-Fatihah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67280" y="1375081"/>
            <a:ext cx="14553441" cy="8732065"/>
          </a:xfrm>
          <a:custGeom>
            <a:avLst/>
            <a:gdLst/>
            <a:ahLst/>
            <a:cxnLst/>
            <a:rect r="r" b="b" t="t" l="l"/>
            <a:pathLst>
              <a:path h="8732065" w="14553441">
                <a:moveTo>
                  <a:pt x="0" y="0"/>
                </a:moveTo>
                <a:lnTo>
                  <a:pt x="14553440" y="0"/>
                </a:lnTo>
                <a:lnTo>
                  <a:pt x="14553440" y="8732065"/>
                </a:lnTo>
                <a:lnTo>
                  <a:pt x="0" y="87320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3347" t="-94525" r="-46861" b="-3056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61048" y="197803"/>
            <a:ext cx="11137404" cy="1177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sz="69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Arti dari Surah Al-Fatihah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E1C7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65215" y="1309052"/>
            <a:ext cx="11300520" cy="1127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39"/>
              </a:lnSpc>
            </a:pPr>
            <a:r>
              <a:rPr lang="en-US" sz="65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Mengenal Surah Al-Fatihah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80617" y="3886200"/>
            <a:ext cx="15126766" cy="3177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46"/>
              </a:lnSpc>
            </a:pPr>
            <a:r>
              <a:rPr lang="en-US" sz="6033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Al-Fatihah artinya Pembukaan</a:t>
            </a:r>
          </a:p>
          <a:p>
            <a:pPr algn="ctr">
              <a:lnSpc>
                <a:spcPts val="8446"/>
              </a:lnSpc>
            </a:pPr>
            <a:r>
              <a:rPr lang="en-US" sz="6033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Surah Al-Fatihah terdiri dari 7 ayat</a:t>
            </a:r>
          </a:p>
          <a:p>
            <a:pPr algn="ctr">
              <a:lnSpc>
                <a:spcPts val="8446"/>
              </a:lnSpc>
            </a:pPr>
            <a:r>
              <a:rPr lang="en-US" sz="6033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Surah Al-Fatihah diturunkan di Mekkah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Presentasi - Surah Al-Fatihah dan Macam-macam Harokat</dc:description>
  <dc:identifier>DAG8Yk_i50M</dc:identifier>
  <dcterms:modified xsi:type="dcterms:W3CDTF">2011-08-01T06:04:30Z</dcterms:modified>
  <cp:revision>1</cp:revision>
  <dc:title>Presentasi - Surah Al-Fatihah dan Macam-macam Harokat</dc:title>
</cp:coreProperties>
</file>