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lternate Gothic No1" charset="1" panose="020B0508020902050204"/>
      <p:regular r:id="rId16"/>
    </p:embeddedFont>
    <p:embeddedFont>
      <p:font typeface="Glacial Indifference Bold" charset="1" panose="00000800000000000000"/>
      <p:regular r:id="rId17"/>
    </p:embeddedFont>
    <p:embeddedFont>
      <p:font typeface="Glacial Indifference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2.png" Type="http://schemas.openxmlformats.org/officeDocument/2006/relationships/image"/><Relationship Id="rId12" Target="../media/image7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1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20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21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Relationship Id="rId7" Target="../media/image24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88550">
            <a:off x="14437616" y="405594"/>
            <a:ext cx="4809406" cy="7090034"/>
          </a:xfrm>
          <a:custGeom>
            <a:avLst/>
            <a:gdLst/>
            <a:ahLst/>
            <a:cxnLst/>
            <a:rect r="r" b="b" t="t" l="l"/>
            <a:pathLst>
              <a:path h="7090034" w="4809406">
                <a:moveTo>
                  <a:pt x="4809406" y="0"/>
                </a:moveTo>
                <a:lnTo>
                  <a:pt x="0" y="0"/>
                </a:lnTo>
                <a:lnTo>
                  <a:pt x="0" y="7090033"/>
                </a:lnTo>
                <a:lnTo>
                  <a:pt x="4809406" y="7090033"/>
                </a:lnTo>
                <a:lnTo>
                  <a:pt x="480940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191524"/>
            <a:ext cx="13378427" cy="9749529"/>
          </a:xfrm>
          <a:custGeom>
            <a:avLst/>
            <a:gdLst/>
            <a:ahLst/>
            <a:cxnLst/>
            <a:rect r="r" b="b" t="t" l="l"/>
            <a:pathLst>
              <a:path h="9749529" w="13378427">
                <a:moveTo>
                  <a:pt x="0" y="0"/>
                </a:moveTo>
                <a:lnTo>
                  <a:pt x="13378427" y="0"/>
                </a:lnTo>
                <a:lnTo>
                  <a:pt x="13378427" y="9749529"/>
                </a:lnTo>
                <a:lnTo>
                  <a:pt x="0" y="974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56609">
            <a:off x="5415989" y="6787903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0" y="0"/>
                </a:moveTo>
                <a:lnTo>
                  <a:pt x="16230600" y="0"/>
                </a:lnTo>
                <a:lnTo>
                  <a:pt x="16230600" y="6336697"/>
                </a:lnTo>
                <a:lnTo>
                  <a:pt x="0" y="63366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65372" y="3505320"/>
            <a:ext cx="7988770" cy="6450932"/>
          </a:xfrm>
          <a:custGeom>
            <a:avLst/>
            <a:gdLst/>
            <a:ahLst/>
            <a:cxnLst/>
            <a:rect r="r" b="b" t="t" l="l"/>
            <a:pathLst>
              <a:path h="6450932" w="7988770">
                <a:moveTo>
                  <a:pt x="0" y="0"/>
                </a:moveTo>
                <a:lnTo>
                  <a:pt x="7988771" y="0"/>
                </a:lnTo>
                <a:lnTo>
                  <a:pt x="7988771" y="6450932"/>
                </a:lnTo>
                <a:lnTo>
                  <a:pt x="0" y="64509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38886" y="8117169"/>
            <a:ext cx="4240828" cy="2890831"/>
          </a:xfrm>
          <a:custGeom>
            <a:avLst/>
            <a:gdLst/>
            <a:ahLst/>
            <a:cxnLst/>
            <a:rect r="r" b="b" t="t" l="l"/>
            <a:pathLst>
              <a:path h="2890831" w="4240828">
                <a:moveTo>
                  <a:pt x="0" y="0"/>
                </a:moveTo>
                <a:lnTo>
                  <a:pt x="4240828" y="0"/>
                </a:lnTo>
                <a:lnTo>
                  <a:pt x="4240828" y="2890831"/>
                </a:lnTo>
                <a:lnTo>
                  <a:pt x="0" y="28908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400000">
            <a:off x="4421982" y="2036490"/>
            <a:ext cx="781292" cy="6765915"/>
            <a:chOff x="0" y="0"/>
            <a:chExt cx="205772" cy="17819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772" cy="1764732"/>
            </a:xfrm>
            <a:custGeom>
              <a:avLst/>
              <a:gdLst/>
              <a:ahLst/>
              <a:cxnLst/>
              <a:rect r="r" b="b" t="t" l="l"/>
              <a:pathLst>
                <a:path h="1764732" w="205772">
                  <a:moveTo>
                    <a:pt x="205772" y="38708"/>
                  </a:moveTo>
                  <a:lnTo>
                    <a:pt x="205772" y="1628962"/>
                  </a:lnTo>
                  <a:cubicBezTo>
                    <a:pt x="205772" y="1653881"/>
                    <a:pt x="196548" y="1677918"/>
                    <a:pt x="179876" y="1696438"/>
                  </a:cubicBezTo>
                  <a:lnTo>
                    <a:pt x="128782" y="1753200"/>
                  </a:lnTo>
                  <a:cubicBezTo>
                    <a:pt x="122175" y="1760541"/>
                    <a:pt x="112763" y="1764732"/>
                    <a:pt x="102886" y="1764732"/>
                  </a:cubicBezTo>
                  <a:cubicBezTo>
                    <a:pt x="93010" y="1764732"/>
                    <a:pt x="83597" y="1760541"/>
                    <a:pt x="76990" y="1753200"/>
                  </a:cubicBezTo>
                  <a:lnTo>
                    <a:pt x="25896" y="1696438"/>
                  </a:lnTo>
                  <a:cubicBezTo>
                    <a:pt x="9225" y="1677918"/>
                    <a:pt x="0" y="1653881"/>
                    <a:pt x="0" y="1628962"/>
                  </a:cubicBezTo>
                  <a:lnTo>
                    <a:pt x="0" y="38708"/>
                  </a:lnTo>
                  <a:cubicBezTo>
                    <a:pt x="0" y="28442"/>
                    <a:pt x="4078" y="18596"/>
                    <a:pt x="11337" y="11337"/>
                  </a:cubicBezTo>
                  <a:cubicBezTo>
                    <a:pt x="18596" y="4078"/>
                    <a:pt x="28442" y="0"/>
                    <a:pt x="38708" y="0"/>
                  </a:cubicBezTo>
                  <a:lnTo>
                    <a:pt x="167065" y="0"/>
                  </a:lnTo>
                  <a:cubicBezTo>
                    <a:pt x="177331" y="0"/>
                    <a:pt x="187176" y="4078"/>
                    <a:pt x="194435" y="11337"/>
                  </a:cubicBezTo>
                  <a:cubicBezTo>
                    <a:pt x="201694" y="18596"/>
                    <a:pt x="205772" y="28442"/>
                    <a:pt x="205772" y="38708"/>
                  </a:cubicBezTo>
                  <a:close/>
                </a:path>
              </a:pathLst>
            </a:custGeom>
            <a:solidFill>
              <a:srgbClr val="59240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5772" cy="1705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29670" y="1642909"/>
            <a:ext cx="8159452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Kasih Sayang Terhadap Sesama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9442" y="5071124"/>
            <a:ext cx="5996822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Pendidikan Agama Islam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88550">
            <a:off x="14854597" y="1063070"/>
            <a:ext cx="4809406" cy="7090034"/>
          </a:xfrm>
          <a:custGeom>
            <a:avLst/>
            <a:gdLst/>
            <a:ahLst/>
            <a:cxnLst/>
            <a:rect r="r" b="b" t="t" l="l"/>
            <a:pathLst>
              <a:path h="7090034" w="4809406">
                <a:moveTo>
                  <a:pt x="4809406" y="0"/>
                </a:moveTo>
                <a:lnTo>
                  <a:pt x="0" y="0"/>
                </a:lnTo>
                <a:lnTo>
                  <a:pt x="0" y="7090034"/>
                </a:lnTo>
                <a:lnTo>
                  <a:pt x="4809406" y="7090034"/>
                </a:lnTo>
                <a:lnTo>
                  <a:pt x="480940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52974">
            <a:off x="-1376003" y="932083"/>
            <a:ext cx="4809406" cy="7090034"/>
          </a:xfrm>
          <a:custGeom>
            <a:avLst/>
            <a:gdLst/>
            <a:ahLst/>
            <a:cxnLst/>
            <a:rect r="r" b="b" t="t" l="l"/>
            <a:pathLst>
              <a:path h="7090034" w="4809406">
                <a:moveTo>
                  <a:pt x="0" y="0"/>
                </a:moveTo>
                <a:lnTo>
                  <a:pt x="4809406" y="0"/>
                </a:lnTo>
                <a:lnTo>
                  <a:pt x="4809406" y="7090034"/>
                </a:lnTo>
                <a:lnTo>
                  <a:pt x="0" y="7090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03337" y="3881435"/>
            <a:ext cx="14081326" cy="890006"/>
            <a:chOff x="0" y="0"/>
            <a:chExt cx="3708662" cy="2344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8662" cy="234405"/>
            </a:xfrm>
            <a:custGeom>
              <a:avLst/>
              <a:gdLst/>
              <a:ahLst/>
              <a:cxnLst/>
              <a:rect r="r" b="b" t="t" l="l"/>
              <a:pathLst>
                <a:path h="234405" w="3708662">
                  <a:moveTo>
                    <a:pt x="28040" y="0"/>
                  </a:moveTo>
                  <a:lnTo>
                    <a:pt x="3680622" y="0"/>
                  </a:lnTo>
                  <a:cubicBezTo>
                    <a:pt x="3696108" y="0"/>
                    <a:pt x="3708662" y="12554"/>
                    <a:pt x="3708662" y="28040"/>
                  </a:cubicBezTo>
                  <a:lnTo>
                    <a:pt x="3708662" y="206365"/>
                  </a:lnTo>
                  <a:cubicBezTo>
                    <a:pt x="3708662" y="221851"/>
                    <a:pt x="3696108" y="234405"/>
                    <a:pt x="3680622" y="234405"/>
                  </a:cubicBezTo>
                  <a:lnTo>
                    <a:pt x="28040" y="234405"/>
                  </a:lnTo>
                  <a:cubicBezTo>
                    <a:pt x="12554" y="234405"/>
                    <a:pt x="0" y="221851"/>
                    <a:pt x="0" y="206365"/>
                  </a:cubicBezTo>
                  <a:lnTo>
                    <a:pt x="0" y="28040"/>
                  </a:lnTo>
                  <a:cubicBezTo>
                    <a:pt x="0" y="12554"/>
                    <a:pt x="12554" y="0"/>
                    <a:pt x="2804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08662" cy="27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64274" y="2170068"/>
            <a:ext cx="8159452" cy="121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Tujuan Pembelajaran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03337" y="4953797"/>
            <a:ext cx="14081326" cy="890006"/>
            <a:chOff x="0" y="0"/>
            <a:chExt cx="3708662" cy="2344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08662" cy="234405"/>
            </a:xfrm>
            <a:custGeom>
              <a:avLst/>
              <a:gdLst/>
              <a:ahLst/>
              <a:cxnLst/>
              <a:rect r="r" b="b" t="t" l="l"/>
              <a:pathLst>
                <a:path h="234405" w="3708662">
                  <a:moveTo>
                    <a:pt x="28040" y="0"/>
                  </a:moveTo>
                  <a:lnTo>
                    <a:pt x="3680622" y="0"/>
                  </a:lnTo>
                  <a:cubicBezTo>
                    <a:pt x="3696108" y="0"/>
                    <a:pt x="3708662" y="12554"/>
                    <a:pt x="3708662" y="28040"/>
                  </a:cubicBezTo>
                  <a:lnTo>
                    <a:pt x="3708662" y="206365"/>
                  </a:lnTo>
                  <a:cubicBezTo>
                    <a:pt x="3708662" y="221851"/>
                    <a:pt x="3696108" y="234405"/>
                    <a:pt x="3680622" y="234405"/>
                  </a:cubicBezTo>
                  <a:lnTo>
                    <a:pt x="28040" y="234405"/>
                  </a:lnTo>
                  <a:cubicBezTo>
                    <a:pt x="12554" y="234405"/>
                    <a:pt x="0" y="221851"/>
                    <a:pt x="0" y="206365"/>
                  </a:cubicBezTo>
                  <a:lnTo>
                    <a:pt x="0" y="28040"/>
                  </a:lnTo>
                  <a:cubicBezTo>
                    <a:pt x="0" y="12554"/>
                    <a:pt x="12554" y="0"/>
                    <a:pt x="2804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708662" cy="27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3337" y="6050291"/>
            <a:ext cx="14081326" cy="890006"/>
            <a:chOff x="0" y="0"/>
            <a:chExt cx="3708662" cy="2344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08662" cy="234405"/>
            </a:xfrm>
            <a:custGeom>
              <a:avLst/>
              <a:gdLst/>
              <a:ahLst/>
              <a:cxnLst/>
              <a:rect r="r" b="b" t="t" l="l"/>
              <a:pathLst>
                <a:path h="234405" w="3708662">
                  <a:moveTo>
                    <a:pt x="28040" y="0"/>
                  </a:moveTo>
                  <a:lnTo>
                    <a:pt x="3680622" y="0"/>
                  </a:lnTo>
                  <a:cubicBezTo>
                    <a:pt x="3696108" y="0"/>
                    <a:pt x="3708662" y="12554"/>
                    <a:pt x="3708662" y="28040"/>
                  </a:cubicBezTo>
                  <a:lnTo>
                    <a:pt x="3708662" y="206365"/>
                  </a:lnTo>
                  <a:cubicBezTo>
                    <a:pt x="3708662" y="221851"/>
                    <a:pt x="3696108" y="234405"/>
                    <a:pt x="3680622" y="234405"/>
                  </a:cubicBezTo>
                  <a:lnTo>
                    <a:pt x="28040" y="234405"/>
                  </a:lnTo>
                  <a:cubicBezTo>
                    <a:pt x="12554" y="234405"/>
                    <a:pt x="0" y="221851"/>
                    <a:pt x="0" y="206365"/>
                  </a:cubicBezTo>
                  <a:lnTo>
                    <a:pt x="0" y="28040"/>
                  </a:lnTo>
                  <a:cubicBezTo>
                    <a:pt x="0" y="12554"/>
                    <a:pt x="12554" y="0"/>
                    <a:pt x="2804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708662" cy="27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03337" y="7095758"/>
            <a:ext cx="14081326" cy="890006"/>
            <a:chOff x="0" y="0"/>
            <a:chExt cx="3708662" cy="2344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08662" cy="234405"/>
            </a:xfrm>
            <a:custGeom>
              <a:avLst/>
              <a:gdLst/>
              <a:ahLst/>
              <a:cxnLst/>
              <a:rect r="r" b="b" t="t" l="l"/>
              <a:pathLst>
                <a:path h="234405" w="3708662">
                  <a:moveTo>
                    <a:pt x="28040" y="0"/>
                  </a:moveTo>
                  <a:lnTo>
                    <a:pt x="3680622" y="0"/>
                  </a:lnTo>
                  <a:cubicBezTo>
                    <a:pt x="3696108" y="0"/>
                    <a:pt x="3708662" y="12554"/>
                    <a:pt x="3708662" y="28040"/>
                  </a:cubicBezTo>
                  <a:lnTo>
                    <a:pt x="3708662" y="206365"/>
                  </a:lnTo>
                  <a:cubicBezTo>
                    <a:pt x="3708662" y="221851"/>
                    <a:pt x="3696108" y="234405"/>
                    <a:pt x="3680622" y="234405"/>
                  </a:cubicBezTo>
                  <a:lnTo>
                    <a:pt x="28040" y="234405"/>
                  </a:lnTo>
                  <a:cubicBezTo>
                    <a:pt x="12554" y="234405"/>
                    <a:pt x="0" y="221851"/>
                    <a:pt x="0" y="206365"/>
                  </a:cubicBezTo>
                  <a:lnTo>
                    <a:pt x="0" y="28040"/>
                  </a:lnTo>
                  <a:cubicBezTo>
                    <a:pt x="0" y="12554"/>
                    <a:pt x="12554" y="0"/>
                    <a:pt x="2804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708662" cy="27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518412" y="3978114"/>
            <a:ext cx="7251177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Menjelaskan makna kasih sayang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85032" y="5050475"/>
            <a:ext cx="13517936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Memberi contoh sikap kasih sayang dalam kehidupan sehari-hari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49114" y="6146970"/>
            <a:ext cx="11989772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Menumbuhkan rasa sayang kepada keluarga dan teman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64274" y="7192437"/>
            <a:ext cx="8159452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Menjauhi sikap kasar atau menyakiti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259703">
            <a:off x="4735640" y="8221825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0" y="0"/>
                </a:moveTo>
                <a:lnTo>
                  <a:pt x="16230600" y="0"/>
                </a:lnTo>
                <a:lnTo>
                  <a:pt x="16230600" y="6336697"/>
                </a:lnTo>
                <a:lnTo>
                  <a:pt x="0" y="6336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88501">
            <a:off x="-5594276" y="8380577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0" y="0"/>
                </a:moveTo>
                <a:lnTo>
                  <a:pt x="16230600" y="0"/>
                </a:lnTo>
                <a:lnTo>
                  <a:pt x="16230600" y="6336697"/>
                </a:lnTo>
                <a:lnTo>
                  <a:pt x="0" y="6336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138886" y="7812884"/>
            <a:ext cx="4240828" cy="2890831"/>
          </a:xfrm>
          <a:custGeom>
            <a:avLst/>
            <a:gdLst/>
            <a:ahLst/>
            <a:cxnLst/>
            <a:rect r="r" b="b" t="t" l="l"/>
            <a:pathLst>
              <a:path h="2890831" w="4240828">
                <a:moveTo>
                  <a:pt x="0" y="0"/>
                </a:moveTo>
                <a:lnTo>
                  <a:pt x="4240828" y="0"/>
                </a:lnTo>
                <a:lnTo>
                  <a:pt x="4240828" y="2890832"/>
                </a:lnTo>
                <a:lnTo>
                  <a:pt x="0" y="28908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-1091714" y="7812884"/>
            <a:ext cx="4240828" cy="2890831"/>
          </a:xfrm>
          <a:custGeom>
            <a:avLst/>
            <a:gdLst/>
            <a:ahLst/>
            <a:cxnLst/>
            <a:rect r="r" b="b" t="t" l="l"/>
            <a:pathLst>
              <a:path h="2890831" w="4240828">
                <a:moveTo>
                  <a:pt x="4240828" y="0"/>
                </a:moveTo>
                <a:lnTo>
                  <a:pt x="0" y="0"/>
                </a:lnTo>
                <a:lnTo>
                  <a:pt x="0" y="2890832"/>
                </a:lnTo>
                <a:lnTo>
                  <a:pt x="4240828" y="2890832"/>
                </a:lnTo>
                <a:lnTo>
                  <a:pt x="424082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88550">
            <a:off x="15126358" y="55423"/>
            <a:ext cx="4265885" cy="6288774"/>
          </a:xfrm>
          <a:custGeom>
            <a:avLst/>
            <a:gdLst/>
            <a:ahLst/>
            <a:cxnLst/>
            <a:rect r="r" b="b" t="t" l="l"/>
            <a:pathLst>
              <a:path h="6288774" w="4265885">
                <a:moveTo>
                  <a:pt x="4265884" y="0"/>
                </a:moveTo>
                <a:lnTo>
                  <a:pt x="0" y="0"/>
                </a:lnTo>
                <a:lnTo>
                  <a:pt x="0" y="6288774"/>
                </a:lnTo>
                <a:lnTo>
                  <a:pt x="4265884" y="6288774"/>
                </a:lnTo>
                <a:lnTo>
                  <a:pt x="426588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407379"/>
            <a:ext cx="13378427" cy="9749529"/>
          </a:xfrm>
          <a:custGeom>
            <a:avLst/>
            <a:gdLst/>
            <a:ahLst/>
            <a:cxnLst/>
            <a:rect r="r" b="b" t="t" l="l"/>
            <a:pathLst>
              <a:path h="9749529" w="13378427">
                <a:moveTo>
                  <a:pt x="0" y="0"/>
                </a:moveTo>
                <a:lnTo>
                  <a:pt x="13378427" y="0"/>
                </a:lnTo>
                <a:lnTo>
                  <a:pt x="13378427" y="9749529"/>
                </a:lnTo>
                <a:lnTo>
                  <a:pt x="0" y="974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56609">
            <a:off x="5437383" y="6699929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0" y="0"/>
                </a:moveTo>
                <a:lnTo>
                  <a:pt x="16230600" y="0"/>
                </a:lnTo>
                <a:lnTo>
                  <a:pt x="16230600" y="6336696"/>
                </a:lnTo>
                <a:lnTo>
                  <a:pt x="0" y="63366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16294" y="3914076"/>
            <a:ext cx="6643006" cy="5862453"/>
          </a:xfrm>
          <a:custGeom>
            <a:avLst/>
            <a:gdLst/>
            <a:ahLst/>
            <a:cxnLst/>
            <a:rect r="r" b="b" t="t" l="l"/>
            <a:pathLst>
              <a:path h="5862453" w="6643006">
                <a:moveTo>
                  <a:pt x="0" y="0"/>
                </a:moveTo>
                <a:lnTo>
                  <a:pt x="6643006" y="0"/>
                </a:lnTo>
                <a:lnTo>
                  <a:pt x="6643006" y="5862453"/>
                </a:lnTo>
                <a:lnTo>
                  <a:pt x="0" y="58624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5360" y="1889170"/>
            <a:ext cx="8159452" cy="121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Apa Itu Kasih Sayang?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9072" y="3473380"/>
            <a:ext cx="8452027" cy="260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Kasih sayang adalah perasaan cinta dan peduli kepada orang lain.</a:t>
            </a:r>
          </a:p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Dalam Islam, kita diajarkan untuk menyayangi sesama makhluk Allah.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1952">
            <a:off x="-445541" y="606949"/>
            <a:ext cx="4265885" cy="6288774"/>
          </a:xfrm>
          <a:custGeom>
            <a:avLst/>
            <a:gdLst/>
            <a:ahLst/>
            <a:cxnLst/>
            <a:rect r="r" b="b" t="t" l="l"/>
            <a:pathLst>
              <a:path h="6288774" w="4265885">
                <a:moveTo>
                  <a:pt x="0" y="0"/>
                </a:moveTo>
                <a:lnTo>
                  <a:pt x="4265884" y="0"/>
                </a:lnTo>
                <a:lnTo>
                  <a:pt x="4265884" y="6288774"/>
                </a:lnTo>
                <a:lnTo>
                  <a:pt x="0" y="6288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393807">
            <a:off x="-4053141" y="6467832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16230600" y="0"/>
                </a:moveTo>
                <a:lnTo>
                  <a:pt x="0" y="0"/>
                </a:lnTo>
                <a:lnTo>
                  <a:pt x="0" y="6336696"/>
                </a:lnTo>
                <a:lnTo>
                  <a:pt x="16230600" y="6336696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59127" y="4953380"/>
            <a:ext cx="2278091" cy="1552899"/>
          </a:xfrm>
          <a:custGeom>
            <a:avLst/>
            <a:gdLst/>
            <a:ahLst/>
            <a:cxnLst/>
            <a:rect r="r" b="b" t="t" l="l"/>
            <a:pathLst>
              <a:path h="1552899" w="2278091">
                <a:moveTo>
                  <a:pt x="2278091" y="0"/>
                </a:moveTo>
                <a:lnTo>
                  <a:pt x="0" y="0"/>
                </a:lnTo>
                <a:lnTo>
                  <a:pt x="0" y="1552898"/>
                </a:lnTo>
                <a:lnTo>
                  <a:pt x="2278091" y="1552898"/>
                </a:lnTo>
                <a:lnTo>
                  <a:pt x="2278091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57421" y="3852319"/>
            <a:ext cx="7963799" cy="890006"/>
            <a:chOff x="0" y="0"/>
            <a:chExt cx="2097461" cy="2344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7462" cy="234405"/>
            </a:xfrm>
            <a:custGeom>
              <a:avLst/>
              <a:gdLst/>
              <a:ahLst/>
              <a:cxnLst/>
              <a:rect r="r" b="b" t="t" l="l"/>
              <a:pathLst>
                <a:path h="234405" w="2097462">
                  <a:moveTo>
                    <a:pt x="49579" y="0"/>
                  </a:moveTo>
                  <a:lnTo>
                    <a:pt x="2047882" y="0"/>
                  </a:lnTo>
                  <a:cubicBezTo>
                    <a:pt x="2075264" y="0"/>
                    <a:pt x="2097462" y="22197"/>
                    <a:pt x="2097462" y="49579"/>
                  </a:cubicBezTo>
                  <a:lnTo>
                    <a:pt x="2097462" y="184826"/>
                  </a:lnTo>
                  <a:cubicBezTo>
                    <a:pt x="2097462" y="197975"/>
                    <a:pt x="2092238" y="210586"/>
                    <a:pt x="2082940" y="219883"/>
                  </a:cubicBezTo>
                  <a:cubicBezTo>
                    <a:pt x="2073642" y="229181"/>
                    <a:pt x="2061032" y="234405"/>
                    <a:pt x="2047882" y="234405"/>
                  </a:cubicBezTo>
                  <a:lnTo>
                    <a:pt x="49579" y="234405"/>
                  </a:lnTo>
                  <a:cubicBezTo>
                    <a:pt x="36430" y="234405"/>
                    <a:pt x="23819" y="229181"/>
                    <a:pt x="14521" y="219883"/>
                  </a:cubicBezTo>
                  <a:cubicBezTo>
                    <a:pt x="5223" y="210586"/>
                    <a:pt x="0" y="197975"/>
                    <a:pt x="0" y="184826"/>
                  </a:cubicBezTo>
                  <a:lnTo>
                    <a:pt x="0" y="49579"/>
                  </a:lnTo>
                  <a:cubicBezTo>
                    <a:pt x="0" y="36430"/>
                    <a:pt x="5223" y="23819"/>
                    <a:pt x="14521" y="14521"/>
                  </a:cubicBezTo>
                  <a:cubicBezTo>
                    <a:pt x="23819" y="5223"/>
                    <a:pt x="36430" y="0"/>
                    <a:pt x="4957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97461" cy="27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57421" y="4883650"/>
            <a:ext cx="7963799" cy="890006"/>
            <a:chOff x="0" y="0"/>
            <a:chExt cx="2097461" cy="2344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7462" cy="234405"/>
            </a:xfrm>
            <a:custGeom>
              <a:avLst/>
              <a:gdLst/>
              <a:ahLst/>
              <a:cxnLst/>
              <a:rect r="r" b="b" t="t" l="l"/>
              <a:pathLst>
                <a:path h="234405" w="2097462">
                  <a:moveTo>
                    <a:pt x="49579" y="0"/>
                  </a:moveTo>
                  <a:lnTo>
                    <a:pt x="2047882" y="0"/>
                  </a:lnTo>
                  <a:cubicBezTo>
                    <a:pt x="2075264" y="0"/>
                    <a:pt x="2097462" y="22197"/>
                    <a:pt x="2097462" y="49579"/>
                  </a:cubicBezTo>
                  <a:lnTo>
                    <a:pt x="2097462" y="184826"/>
                  </a:lnTo>
                  <a:cubicBezTo>
                    <a:pt x="2097462" y="197975"/>
                    <a:pt x="2092238" y="210586"/>
                    <a:pt x="2082940" y="219883"/>
                  </a:cubicBezTo>
                  <a:cubicBezTo>
                    <a:pt x="2073642" y="229181"/>
                    <a:pt x="2061032" y="234405"/>
                    <a:pt x="2047882" y="234405"/>
                  </a:cubicBezTo>
                  <a:lnTo>
                    <a:pt x="49579" y="234405"/>
                  </a:lnTo>
                  <a:cubicBezTo>
                    <a:pt x="36430" y="234405"/>
                    <a:pt x="23819" y="229181"/>
                    <a:pt x="14521" y="219883"/>
                  </a:cubicBezTo>
                  <a:cubicBezTo>
                    <a:pt x="5223" y="210586"/>
                    <a:pt x="0" y="197975"/>
                    <a:pt x="0" y="184826"/>
                  </a:cubicBezTo>
                  <a:lnTo>
                    <a:pt x="0" y="49579"/>
                  </a:lnTo>
                  <a:cubicBezTo>
                    <a:pt x="0" y="36430"/>
                    <a:pt x="5223" y="23819"/>
                    <a:pt x="14521" y="14521"/>
                  </a:cubicBezTo>
                  <a:cubicBezTo>
                    <a:pt x="23819" y="5223"/>
                    <a:pt x="36430" y="0"/>
                    <a:pt x="4957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97461" cy="27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57421" y="5914982"/>
            <a:ext cx="7963799" cy="890006"/>
            <a:chOff x="0" y="0"/>
            <a:chExt cx="2097461" cy="2344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7462" cy="234405"/>
            </a:xfrm>
            <a:custGeom>
              <a:avLst/>
              <a:gdLst/>
              <a:ahLst/>
              <a:cxnLst/>
              <a:rect r="r" b="b" t="t" l="l"/>
              <a:pathLst>
                <a:path h="234405" w="2097462">
                  <a:moveTo>
                    <a:pt x="49579" y="0"/>
                  </a:moveTo>
                  <a:lnTo>
                    <a:pt x="2047882" y="0"/>
                  </a:lnTo>
                  <a:cubicBezTo>
                    <a:pt x="2075264" y="0"/>
                    <a:pt x="2097462" y="22197"/>
                    <a:pt x="2097462" y="49579"/>
                  </a:cubicBezTo>
                  <a:lnTo>
                    <a:pt x="2097462" y="184826"/>
                  </a:lnTo>
                  <a:cubicBezTo>
                    <a:pt x="2097462" y="197975"/>
                    <a:pt x="2092238" y="210586"/>
                    <a:pt x="2082940" y="219883"/>
                  </a:cubicBezTo>
                  <a:cubicBezTo>
                    <a:pt x="2073642" y="229181"/>
                    <a:pt x="2061032" y="234405"/>
                    <a:pt x="2047882" y="234405"/>
                  </a:cubicBezTo>
                  <a:lnTo>
                    <a:pt x="49579" y="234405"/>
                  </a:lnTo>
                  <a:cubicBezTo>
                    <a:pt x="36430" y="234405"/>
                    <a:pt x="23819" y="229181"/>
                    <a:pt x="14521" y="219883"/>
                  </a:cubicBezTo>
                  <a:cubicBezTo>
                    <a:pt x="5223" y="210586"/>
                    <a:pt x="0" y="197975"/>
                    <a:pt x="0" y="184826"/>
                  </a:cubicBezTo>
                  <a:lnTo>
                    <a:pt x="0" y="49579"/>
                  </a:lnTo>
                  <a:cubicBezTo>
                    <a:pt x="0" y="36430"/>
                    <a:pt x="5223" y="23819"/>
                    <a:pt x="14521" y="14521"/>
                  </a:cubicBezTo>
                  <a:cubicBezTo>
                    <a:pt x="23819" y="5223"/>
                    <a:pt x="36430" y="0"/>
                    <a:pt x="4957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97461" cy="27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57421" y="6946314"/>
            <a:ext cx="7963799" cy="890006"/>
            <a:chOff x="0" y="0"/>
            <a:chExt cx="2097461" cy="2344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7462" cy="234405"/>
            </a:xfrm>
            <a:custGeom>
              <a:avLst/>
              <a:gdLst/>
              <a:ahLst/>
              <a:cxnLst/>
              <a:rect r="r" b="b" t="t" l="l"/>
              <a:pathLst>
                <a:path h="234405" w="2097462">
                  <a:moveTo>
                    <a:pt x="49579" y="0"/>
                  </a:moveTo>
                  <a:lnTo>
                    <a:pt x="2047882" y="0"/>
                  </a:lnTo>
                  <a:cubicBezTo>
                    <a:pt x="2075264" y="0"/>
                    <a:pt x="2097462" y="22197"/>
                    <a:pt x="2097462" y="49579"/>
                  </a:cubicBezTo>
                  <a:lnTo>
                    <a:pt x="2097462" y="184826"/>
                  </a:lnTo>
                  <a:cubicBezTo>
                    <a:pt x="2097462" y="197975"/>
                    <a:pt x="2092238" y="210586"/>
                    <a:pt x="2082940" y="219883"/>
                  </a:cubicBezTo>
                  <a:cubicBezTo>
                    <a:pt x="2073642" y="229181"/>
                    <a:pt x="2061032" y="234405"/>
                    <a:pt x="2047882" y="234405"/>
                  </a:cubicBezTo>
                  <a:lnTo>
                    <a:pt x="49579" y="234405"/>
                  </a:lnTo>
                  <a:cubicBezTo>
                    <a:pt x="36430" y="234405"/>
                    <a:pt x="23819" y="229181"/>
                    <a:pt x="14521" y="219883"/>
                  </a:cubicBezTo>
                  <a:cubicBezTo>
                    <a:pt x="5223" y="210586"/>
                    <a:pt x="0" y="197975"/>
                    <a:pt x="0" y="184826"/>
                  </a:cubicBezTo>
                  <a:lnTo>
                    <a:pt x="0" y="49579"/>
                  </a:lnTo>
                  <a:cubicBezTo>
                    <a:pt x="0" y="36430"/>
                    <a:pt x="5223" y="23819"/>
                    <a:pt x="14521" y="14521"/>
                  </a:cubicBezTo>
                  <a:cubicBezTo>
                    <a:pt x="23819" y="5223"/>
                    <a:pt x="36430" y="0"/>
                    <a:pt x="4957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97461" cy="27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323079" y="3960451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1" y="0"/>
                </a:lnTo>
                <a:lnTo>
                  <a:pt x="673741" y="673741"/>
                </a:lnTo>
                <a:lnTo>
                  <a:pt x="0" y="6737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23079" y="4991782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1" y="0"/>
                </a:lnTo>
                <a:lnTo>
                  <a:pt x="673741" y="673742"/>
                </a:lnTo>
                <a:lnTo>
                  <a:pt x="0" y="6737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23079" y="6023114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1" y="0"/>
                </a:lnTo>
                <a:lnTo>
                  <a:pt x="673741" y="673741"/>
                </a:lnTo>
                <a:lnTo>
                  <a:pt x="0" y="6737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323079" y="7054446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1" y="0"/>
                </a:lnTo>
                <a:lnTo>
                  <a:pt x="673741" y="673741"/>
                </a:lnTo>
                <a:lnTo>
                  <a:pt x="0" y="6737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793544" y="8303044"/>
            <a:ext cx="4240828" cy="2890831"/>
          </a:xfrm>
          <a:custGeom>
            <a:avLst/>
            <a:gdLst/>
            <a:ahLst/>
            <a:cxnLst/>
            <a:rect r="r" b="b" t="t" l="l"/>
            <a:pathLst>
              <a:path h="2890831" w="4240828">
                <a:moveTo>
                  <a:pt x="0" y="0"/>
                </a:moveTo>
                <a:lnTo>
                  <a:pt x="4240828" y="0"/>
                </a:lnTo>
                <a:lnTo>
                  <a:pt x="4240828" y="2890832"/>
                </a:lnTo>
                <a:lnTo>
                  <a:pt x="0" y="28908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879423" y="1181100"/>
            <a:ext cx="6519797" cy="23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Contoh Kasih Sayang di Rumah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43381" y="3949024"/>
            <a:ext cx="5101470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Membantu ibu menyapu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43381" y="4980356"/>
            <a:ext cx="6570578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Menyapa ayah dengan senyum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43381" y="6011688"/>
            <a:ext cx="6111677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Memeluk adik saat menangis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43381" y="7043019"/>
            <a:ext cx="5689896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Tidak membentak keluarga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87401" y="4472712"/>
            <a:ext cx="4518035" cy="5163468"/>
          </a:xfrm>
          <a:custGeom>
            <a:avLst/>
            <a:gdLst/>
            <a:ahLst/>
            <a:cxnLst/>
            <a:rect r="r" b="b" t="t" l="l"/>
            <a:pathLst>
              <a:path h="5163468" w="4518035">
                <a:moveTo>
                  <a:pt x="0" y="0"/>
                </a:moveTo>
                <a:lnTo>
                  <a:pt x="4518035" y="0"/>
                </a:lnTo>
                <a:lnTo>
                  <a:pt x="4518035" y="5163468"/>
                </a:lnTo>
                <a:lnTo>
                  <a:pt x="0" y="516346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07089">
            <a:off x="-1233712" y="7118652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16230600" y="0"/>
                </a:moveTo>
                <a:lnTo>
                  <a:pt x="0" y="0"/>
                </a:lnTo>
                <a:lnTo>
                  <a:pt x="0" y="6336696"/>
                </a:lnTo>
                <a:lnTo>
                  <a:pt x="16230600" y="6336696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5993" y="5413481"/>
            <a:ext cx="6461928" cy="4022550"/>
          </a:xfrm>
          <a:custGeom>
            <a:avLst/>
            <a:gdLst/>
            <a:ahLst/>
            <a:cxnLst/>
            <a:rect r="r" b="b" t="t" l="l"/>
            <a:pathLst>
              <a:path h="4022550" w="6461928">
                <a:moveTo>
                  <a:pt x="0" y="0"/>
                </a:moveTo>
                <a:lnTo>
                  <a:pt x="6461927" y="0"/>
                </a:lnTo>
                <a:lnTo>
                  <a:pt x="6461927" y="4022550"/>
                </a:lnTo>
                <a:lnTo>
                  <a:pt x="0" y="4022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66155" y="1181100"/>
            <a:ext cx="7743138" cy="23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Contoh Kasih Sayang kepada Keluarga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416149" y="3852319"/>
            <a:ext cx="8843151" cy="1039549"/>
            <a:chOff x="0" y="0"/>
            <a:chExt cx="2329060" cy="273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29061" cy="273791"/>
            </a:xfrm>
            <a:custGeom>
              <a:avLst/>
              <a:gdLst/>
              <a:ahLst/>
              <a:cxnLst/>
              <a:rect r="r" b="b" t="t" l="l"/>
              <a:pathLst>
                <a:path h="273791" w="2329061">
                  <a:moveTo>
                    <a:pt x="44649" y="0"/>
                  </a:moveTo>
                  <a:lnTo>
                    <a:pt x="2284412" y="0"/>
                  </a:lnTo>
                  <a:cubicBezTo>
                    <a:pt x="2309070" y="0"/>
                    <a:pt x="2329061" y="19990"/>
                    <a:pt x="2329061" y="44649"/>
                  </a:cubicBezTo>
                  <a:lnTo>
                    <a:pt x="2329061" y="229142"/>
                  </a:lnTo>
                  <a:cubicBezTo>
                    <a:pt x="2329061" y="240983"/>
                    <a:pt x="2324356" y="252340"/>
                    <a:pt x="2315983" y="260713"/>
                  </a:cubicBezTo>
                  <a:cubicBezTo>
                    <a:pt x="2307610" y="269087"/>
                    <a:pt x="2296253" y="273791"/>
                    <a:pt x="2284412" y="273791"/>
                  </a:cubicBezTo>
                  <a:lnTo>
                    <a:pt x="44649" y="273791"/>
                  </a:lnTo>
                  <a:cubicBezTo>
                    <a:pt x="32807" y="273791"/>
                    <a:pt x="21451" y="269087"/>
                    <a:pt x="13077" y="260713"/>
                  </a:cubicBezTo>
                  <a:cubicBezTo>
                    <a:pt x="4704" y="252340"/>
                    <a:pt x="0" y="240983"/>
                    <a:pt x="0" y="229142"/>
                  </a:cubicBezTo>
                  <a:lnTo>
                    <a:pt x="0" y="44649"/>
                  </a:lnTo>
                  <a:cubicBezTo>
                    <a:pt x="0" y="19990"/>
                    <a:pt x="19990" y="0"/>
                    <a:pt x="446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2906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16149" y="5051986"/>
            <a:ext cx="8843151" cy="1039549"/>
            <a:chOff x="0" y="0"/>
            <a:chExt cx="2329060" cy="273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29061" cy="273791"/>
            </a:xfrm>
            <a:custGeom>
              <a:avLst/>
              <a:gdLst/>
              <a:ahLst/>
              <a:cxnLst/>
              <a:rect r="r" b="b" t="t" l="l"/>
              <a:pathLst>
                <a:path h="273791" w="2329061">
                  <a:moveTo>
                    <a:pt x="44649" y="0"/>
                  </a:moveTo>
                  <a:lnTo>
                    <a:pt x="2284412" y="0"/>
                  </a:lnTo>
                  <a:cubicBezTo>
                    <a:pt x="2309070" y="0"/>
                    <a:pt x="2329061" y="19990"/>
                    <a:pt x="2329061" y="44649"/>
                  </a:cubicBezTo>
                  <a:lnTo>
                    <a:pt x="2329061" y="229142"/>
                  </a:lnTo>
                  <a:cubicBezTo>
                    <a:pt x="2329061" y="240983"/>
                    <a:pt x="2324356" y="252340"/>
                    <a:pt x="2315983" y="260713"/>
                  </a:cubicBezTo>
                  <a:cubicBezTo>
                    <a:pt x="2307610" y="269087"/>
                    <a:pt x="2296253" y="273791"/>
                    <a:pt x="2284412" y="273791"/>
                  </a:cubicBezTo>
                  <a:lnTo>
                    <a:pt x="44649" y="273791"/>
                  </a:lnTo>
                  <a:cubicBezTo>
                    <a:pt x="32807" y="273791"/>
                    <a:pt x="21451" y="269087"/>
                    <a:pt x="13077" y="260713"/>
                  </a:cubicBezTo>
                  <a:cubicBezTo>
                    <a:pt x="4704" y="252340"/>
                    <a:pt x="0" y="240983"/>
                    <a:pt x="0" y="229142"/>
                  </a:cubicBezTo>
                  <a:lnTo>
                    <a:pt x="0" y="44649"/>
                  </a:lnTo>
                  <a:cubicBezTo>
                    <a:pt x="0" y="19990"/>
                    <a:pt x="19990" y="0"/>
                    <a:pt x="446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2906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16149" y="6261562"/>
            <a:ext cx="8843151" cy="1039549"/>
            <a:chOff x="0" y="0"/>
            <a:chExt cx="2329060" cy="273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29061" cy="273791"/>
            </a:xfrm>
            <a:custGeom>
              <a:avLst/>
              <a:gdLst/>
              <a:ahLst/>
              <a:cxnLst/>
              <a:rect r="r" b="b" t="t" l="l"/>
              <a:pathLst>
                <a:path h="273791" w="2329061">
                  <a:moveTo>
                    <a:pt x="44649" y="0"/>
                  </a:moveTo>
                  <a:lnTo>
                    <a:pt x="2284412" y="0"/>
                  </a:lnTo>
                  <a:cubicBezTo>
                    <a:pt x="2309070" y="0"/>
                    <a:pt x="2329061" y="19990"/>
                    <a:pt x="2329061" y="44649"/>
                  </a:cubicBezTo>
                  <a:lnTo>
                    <a:pt x="2329061" y="229142"/>
                  </a:lnTo>
                  <a:cubicBezTo>
                    <a:pt x="2329061" y="240983"/>
                    <a:pt x="2324356" y="252340"/>
                    <a:pt x="2315983" y="260713"/>
                  </a:cubicBezTo>
                  <a:cubicBezTo>
                    <a:pt x="2307610" y="269087"/>
                    <a:pt x="2296253" y="273791"/>
                    <a:pt x="2284412" y="273791"/>
                  </a:cubicBezTo>
                  <a:lnTo>
                    <a:pt x="44649" y="273791"/>
                  </a:lnTo>
                  <a:cubicBezTo>
                    <a:pt x="32807" y="273791"/>
                    <a:pt x="21451" y="269087"/>
                    <a:pt x="13077" y="260713"/>
                  </a:cubicBezTo>
                  <a:cubicBezTo>
                    <a:pt x="4704" y="252340"/>
                    <a:pt x="0" y="240983"/>
                    <a:pt x="0" y="229142"/>
                  </a:cubicBezTo>
                  <a:lnTo>
                    <a:pt x="0" y="44649"/>
                  </a:lnTo>
                  <a:cubicBezTo>
                    <a:pt x="0" y="19990"/>
                    <a:pt x="19990" y="0"/>
                    <a:pt x="446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32906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574242" y="4035223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1" y="0"/>
                </a:lnTo>
                <a:lnTo>
                  <a:pt x="673741" y="673741"/>
                </a:lnTo>
                <a:lnTo>
                  <a:pt x="0" y="6737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74242" y="5234890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1" y="0"/>
                </a:lnTo>
                <a:lnTo>
                  <a:pt x="673741" y="673741"/>
                </a:lnTo>
                <a:lnTo>
                  <a:pt x="0" y="6737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574242" y="6434435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1" y="0"/>
                </a:lnTo>
                <a:lnTo>
                  <a:pt x="673741" y="673741"/>
                </a:lnTo>
                <a:lnTo>
                  <a:pt x="0" y="6737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464887" y="4023796"/>
            <a:ext cx="7267152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Menyapa orang tua dengan sopan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64887" y="5223463"/>
            <a:ext cx="5897482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Membantu pekerjaan rumah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64887" y="6433040"/>
            <a:ext cx="7794413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Tidak membantah perintah orang tua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271952">
            <a:off x="-583011" y="814566"/>
            <a:ext cx="4826379" cy="7115055"/>
          </a:xfrm>
          <a:custGeom>
            <a:avLst/>
            <a:gdLst/>
            <a:ahLst/>
            <a:cxnLst/>
            <a:rect r="r" b="b" t="t" l="l"/>
            <a:pathLst>
              <a:path h="7115055" w="4826379">
                <a:moveTo>
                  <a:pt x="0" y="0"/>
                </a:moveTo>
                <a:lnTo>
                  <a:pt x="4826380" y="0"/>
                </a:lnTo>
                <a:lnTo>
                  <a:pt x="4826380" y="7115055"/>
                </a:lnTo>
                <a:lnTo>
                  <a:pt x="0" y="71150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-1100270" y="6434435"/>
            <a:ext cx="2577409" cy="1756934"/>
          </a:xfrm>
          <a:custGeom>
            <a:avLst/>
            <a:gdLst/>
            <a:ahLst/>
            <a:cxnLst/>
            <a:rect r="r" b="b" t="t" l="l"/>
            <a:pathLst>
              <a:path h="1756934" w="2577409">
                <a:moveTo>
                  <a:pt x="2577409" y="0"/>
                </a:moveTo>
                <a:lnTo>
                  <a:pt x="0" y="0"/>
                </a:lnTo>
                <a:lnTo>
                  <a:pt x="0" y="1756934"/>
                </a:lnTo>
                <a:lnTo>
                  <a:pt x="2577409" y="1756934"/>
                </a:lnTo>
                <a:lnTo>
                  <a:pt x="2577409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-271952">
            <a:off x="16614810" y="82762"/>
            <a:ext cx="2989062" cy="4406480"/>
          </a:xfrm>
          <a:custGeom>
            <a:avLst/>
            <a:gdLst/>
            <a:ahLst/>
            <a:cxnLst/>
            <a:rect r="r" b="b" t="t" l="l"/>
            <a:pathLst>
              <a:path h="4406480" w="2989062">
                <a:moveTo>
                  <a:pt x="2989063" y="0"/>
                </a:moveTo>
                <a:lnTo>
                  <a:pt x="0" y="0"/>
                </a:lnTo>
                <a:lnTo>
                  <a:pt x="0" y="4406480"/>
                </a:lnTo>
                <a:lnTo>
                  <a:pt x="2989063" y="4406480"/>
                </a:lnTo>
                <a:lnTo>
                  <a:pt x="2989063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242542" y="356666"/>
            <a:ext cx="4826379" cy="7115055"/>
          </a:xfrm>
          <a:custGeom>
            <a:avLst/>
            <a:gdLst/>
            <a:ahLst/>
            <a:cxnLst/>
            <a:rect r="r" b="b" t="t" l="l"/>
            <a:pathLst>
              <a:path h="7115055" w="4826379">
                <a:moveTo>
                  <a:pt x="4826379" y="0"/>
                </a:moveTo>
                <a:lnTo>
                  <a:pt x="0" y="0"/>
                </a:lnTo>
                <a:lnTo>
                  <a:pt x="0" y="7115055"/>
                </a:lnTo>
                <a:lnTo>
                  <a:pt x="4826379" y="7115055"/>
                </a:lnTo>
                <a:lnTo>
                  <a:pt x="482637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953">
            <a:off x="4567067" y="7403094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0" y="0"/>
                </a:moveTo>
                <a:lnTo>
                  <a:pt x="16230600" y="0"/>
                </a:lnTo>
                <a:lnTo>
                  <a:pt x="16230600" y="6336696"/>
                </a:lnTo>
                <a:lnTo>
                  <a:pt x="0" y="633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594151" y="4303977"/>
            <a:ext cx="6665149" cy="4990530"/>
          </a:xfrm>
          <a:custGeom>
            <a:avLst/>
            <a:gdLst/>
            <a:ahLst/>
            <a:cxnLst/>
            <a:rect r="r" b="b" t="t" l="l"/>
            <a:pathLst>
              <a:path h="4990530" w="6665149">
                <a:moveTo>
                  <a:pt x="6665149" y="0"/>
                </a:moveTo>
                <a:lnTo>
                  <a:pt x="0" y="0"/>
                </a:lnTo>
                <a:lnTo>
                  <a:pt x="0" y="4990530"/>
                </a:lnTo>
                <a:lnTo>
                  <a:pt x="6665149" y="4990530"/>
                </a:lnTo>
                <a:lnTo>
                  <a:pt x="666514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0862" y="1181100"/>
            <a:ext cx="7743138" cy="23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Kasih Sayang kepada Semua Makhluk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914193"/>
            <a:ext cx="8843151" cy="1039549"/>
            <a:chOff x="0" y="0"/>
            <a:chExt cx="2329060" cy="273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9061" cy="273791"/>
            </a:xfrm>
            <a:custGeom>
              <a:avLst/>
              <a:gdLst/>
              <a:ahLst/>
              <a:cxnLst/>
              <a:rect r="r" b="b" t="t" l="l"/>
              <a:pathLst>
                <a:path h="273791" w="2329061">
                  <a:moveTo>
                    <a:pt x="44649" y="0"/>
                  </a:moveTo>
                  <a:lnTo>
                    <a:pt x="2284412" y="0"/>
                  </a:lnTo>
                  <a:cubicBezTo>
                    <a:pt x="2309070" y="0"/>
                    <a:pt x="2329061" y="19990"/>
                    <a:pt x="2329061" y="44649"/>
                  </a:cubicBezTo>
                  <a:lnTo>
                    <a:pt x="2329061" y="229142"/>
                  </a:lnTo>
                  <a:cubicBezTo>
                    <a:pt x="2329061" y="240983"/>
                    <a:pt x="2324356" y="252340"/>
                    <a:pt x="2315983" y="260713"/>
                  </a:cubicBezTo>
                  <a:cubicBezTo>
                    <a:pt x="2307610" y="269087"/>
                    <a:pt x="2296253" y="273791"/>
                    <a:pt x="2284412" y="273791"/>
                  </a:cubicBezTo>
                  <a:lnTo>
                    <a:pt x="44649" y="273791"/>
                  </a:lnTo>
                  <a:cubicBezTo>
                    <a:pt x="32807" y="273791"/>
                    <a:pt x="21451" y="269087"/>
                    <a:pt x="13077" y="260713"/>
                  </a:cubicBezTo>
                  <a:cubicBezTo>
                    <a:pt x="4704" y="252340"/>
                    <a:pt x="0" y="240983"/>
                    <a:pt x="0" y="229142"/>
                  </a:cubicBezTo>
                  <a:lnTo>
                    <a:pt x="0" y="44649"/>
                  </a:lnTo>
                  <a:cubicBezTo>
                    <a:pt x="0" y="19990"/>
                    <a:pt x="19990" y="0"/>
                    <a:pt x="446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2906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113860"/>
            <a:ext cx="8843151" cy="1039549"/>
            <a:chOff x="0" y="0"/>
            <a:chExt cx="2329060" cy="273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9061" cy="273791"/>
            </a:xfrm>
            <a:custGeom>
              <a:avLst/>
              <a:gdLst/>
              <a:ahLst/>
              <a:cxnLst/>
              <a:rect r="r" b="b" t="t" l="l"/>
              <a:pathLst>
                <a:path h="273791" w="2329061">
                  <a:moveTo>
                    <a:pt x="44649" y="0"/>
                  </a:moveTo>
                  <a:lnTo>
                    <a:pt x="2284412" y="0"/>
                  </a:lnTo>
                  <a:cubicBezTo>
                    <a:pt x="2309070" y="0"/>
                    <a:pt x="2329061" y="19990"/>
                    <a:pt x="2329061" y="44649"/>
                  </a:cubicBezTo>
                  <a:lnTo>
                    <a:pt x="2329061" y="229142"/>
                  </a:lnTo>
                  <a:cubicBezTo>
                    <a:pt x="2329061" y="240983"/>
                    <a:pt x="2324356" y="252340"/>
                    <a:pt x="2315983" y="260713"/>
                  </a:cubicBezTo>
                  <a:cubicBezTo>
                    <a:pt x="2307610" y="269087"/>
                    <a:pt x="2296253" y="273791"/>
                    <a:pt x="2284412" y="273791"/>
                  </a:cubicBezTo>
                  <a:lnTo>
                    <a:pt x="44649" y="273791"/>
                  </a:lnTo>
                  <a:cubicBezTo>
                    <a:pt x="32807" y="273791"/>
                    <a:pt x="21451" y="269087"/>
                    <a:pt x="13077" y="260713"/>
                  </a:cubicBezTo>
                  <a:cubicBezTo>
                    <a:pt x="4704" y="252340"/>
                    <a:pt x="0" y="240983"/>
                    <a:pt x="0" y="229142"/>
                  </a:cubicBezTo>
                  <a:lnTo>
                    <a:pt x="0" y="44649"/>
                  </a:lnTo>
                  <a:cubicBezTo>
                    <a:pt x="0" y="19990"/>
                    <a:pt x="19990" y="0"/>
                    <a:pt x="446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2906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6323437"/>
            <a:ext cx="8843151" cy="1039549"/>
            <a:chOff x="0" y="0"/>
            <a:chExt cx="2329060" cy="2737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29061" cy="273791"/>
            </a:xfrm>
            <a:custGeom>
              <a:avLst/>
              <a:gdLst/>
              <a:ahLst/>
              <a:cxnLst/>
              <a:rect r="r" b="b" t="t" l="l"/>
              <a:pathLst>
                <a:path h="273791" w="2329061">
                  <a:moveTo>
                    <a:pt x="44649" y="0"/>
                  </a:moveTo>
                  <a:lnTo>
                    <a:pt x="2284412" y="0"/>
                  </a:lnTo>
                  <a:cubicBezTo>
                    <a:pt x="2309070" y="0"/>
                    <a:pt x="2329061" y="19990"/>
                    <a:pt x="2329061" y="44649"/>
                  </a:cubicBezTo>
                  <a:lnTo>
                    <a:pt x="2329061" y="229142"/>
                  </a:lnTo>
                  <a:cubicBezTo>
                    <a:pt x="2329061" y="240983"/>
                    <a:pt x="2324356" y="252340"/>
                    <a:pt x="2315983" y="260713"/>
                  </a:cubicBezTo>
                  <a:cubicBezTo>
                    <a:pt x="2307610" y="269087"/>
                    <a:pt x="2296253" y="273791"/>
                    <a:pt x="2284412" y="273791"/>
                  </a:cubicBezTo>
                  <a:lnTo>
                    <a:pt x="44649" y="273791"/>
                  </a:lnTo>
                  <a:cubicBezTo>
                    <a:pt x="32807" y="273791"/>
                    <a:pt x="21451" y="269087"/>
                    <a:pt x="13077" y="260713"/>
                  </a:cubicBezTo>
                  <a:cubicBezTo>
                    <a:pt x="4704" y="252340"/>
                    <a:pt x="0" y="240983"/>
                    <a:pt x="0" y="229142"/>
                  </a:cubicBezTo>
                  <a:lnTo>
                    <a:pt x="0" y="44649"/>
                  </a:lnTo>
                  <a:cubicBezTo>
                    <a:pt x="0" y="19990"/>
                    <a:pt x="19990" y="0"/>
                    <a:pt x="4464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2906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86793" y="4097097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2" y="0"/>
                </a:lnTo>
                <a:lnTo>
                  <a:pt x="673742" y="673742"/>
                </a:lnTo>
                <a:lnTo>
                  <a:pt x="0" y="6737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6793" y="5296764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2" y="0"/>
                </a:lnTo>
                <a:lnTo>
                  <a:pt x="673742" y="673742"/>
                </a:lnTo>
                <a:lnTo>
                  <a:pt x="0" y="6737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6793" y="6496310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2" y="0"/>
                </a:lnTo>
                <a:lnTo>
                  <a:pt x="673742" y="673741"/>
                </a:lnTo>
                <a:lnTo>
                  <a:pt x="0" y="6737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80390" y="4085671"/>
            <a:ext cx="6784470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Menyayangi hewan peliharaan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0390" y="6494914"/>
            <a:ext cx="7004416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Menjaga kebersihan lingkungan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80390" y="5285338"/>
            <a:ext cx="5220157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Tidak merusak tanaman</a:t>
            </a:r>
          </a:p>
        </p:txBody>
      </p:sp>
      <p:sp>
        <p:nvSpPr>
          <p:cNvPr name="Freeform 22" id="22"/>
          <p:cNvSpPr/>
          <p:nvPr/>
        </p:nvSpPr>
        <p:spPr>
          <a:xfrm flipH="true" flipV="false" rot="0">
            <a:off x="-596750" y="7915436"/>
            <a:ext cx="4240828" cy="2890831"/>
          </a:xfrm>
          <a:custGeom>
            <a:avLst/>
            <a:gdLst/>
            <a:ahLst/>
            <a:cxnLst/>
            <a:rect r="r" b="b" t="t" l="l"/>
            <a:pathLst>
              <a:path h="2890831" w="4240828">
                <a:moveTo>
                  <a:pt x="4240828" y="0"/>
                </a:moveTo>
                <a:lnTo>
                  <a:pt x="0" y="0"/>
                </a:lnTo>
                <a:lnTo>
                  <a:pt x="0" y="2890831"/>
                </a:lnTo>
                <a:lnTo>
                  <a:pt x="4240828" y="2890831"/>
                </a:lnTo>
                <a:lnTo>
                  <a:pt x="4240828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16999295" y="5920775"/>
            <a:ext cx="2577409" cy="1756934"/>
          </a:xfrm>
          <a:custGeom>
            <a:avLst/>
            <a:gdLst/>
            <a:ahLst/>
            <a:cxnLst/>
            <a:rect r="r" b="b" t="t" l="l"/>
            <a:pathLst>
              <a:path h="1756934" w="2577409">
                <a:moveTo>
                  <a:pt x="2577410" y="0"/>
                </a:moveTo>
                <a:lnTo>
                  <a:pt x="0" y="0"/>
                </a:lnTo>
                <a:lnTo>
                  <a:pt x="0" y="1756934"/>
                </a:lnTo>
                <a:lnTo>
                  <a:pt x="2577410" y="1756934"/>
                </a:lnTo>
                <a:lnTo>
                  <a:pt x="257741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16" y="381136"/>
            <a:ext cx="4044798" cy="5962848"/>
          </a:xfrm>
          <a:custGeom>
            <a:avLst/>
            <a:gdLst/>
            <a:ahLst/>
            <a:cxnLst/>
            <a:rect r="r" b="b" t="t" l="l"/>
            <a:pathLst>
              <a:path h="5962848" w="4044798">
                <a:moveTo>
                  <a:pt x="0" y="0"/>
                </a:moveTo>
                <a:lnTo>
                  <a:pt x="4044799" y="0"/>
                </a:lnTo>
                <a:lnTo>
                  <a:pt x="4044799" y="5962848"/>
                </a:lnTo>
                <a:lnTo>
                  <a:pt x="0" y="5962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35910">
            <a:off x="-2713324" y="6891671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16230600" y="0"/>
                </a:moveTo>
                <a:lnTo>
                  <a:pt x="0" y="0"/>
                </a:lnTo>
                <a:lnTo>
                  <a:pt x="0" y="6336697"/>
                </a:lnTo>
                <a:lnTo>
                  <a:pt x="16230600" y="6336697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477589"/>
            <a:ext cx="5274165" cy="5732788"/>
          </a:xfrm>
          <a:custGeom>
            <a:avLst/>
            <a:gdLst/>
            <a:ahLst/>
            <a:cxnLst/>
            <a:rect r="r" b="b" t="t" l="l"/>
            <a:pathLst>
              <a:path h="5732788" w="5274165">
                <a:moveTo>
                  <a:pt x="0" y="0"/>
                </a:moveTo>
                <a:lnTo>
                  <a:pt x="5274165" y="0"/>
                </a:lnTo>
                <a:lnTo>
                  <a:pt x="5274165" y="5732789"/>
                </a:lnTo>
                <a:lnTo>
                  <a:pt x="0" y="57327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36257" y="1181100"/>
            <a:ext cx="7743138" cy="23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Contoh Sikap Kasih Sayang di Sekolah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64095" y="3914193"/>
            <a:ext cx="8495205" cy="1039549"/>
            <a:chOff x="0" y="0"/>
            <a:chExt cx="2237420" cy="273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64095" y="5113860"/>
            <a:ext cx="8495205" cy="1039549"/>
            <a:chOff x="0" y="0"/>
            <a:chExt cx="2237420" cy="273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64095" y="6323437"/>
            <a:ext cx="8495205" cy="1039549"/>
            <a:chOff x="0" y="0"/>
            <a:chExt cx="2237420" cy="2737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22188" y="4097097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2" y="0"/>
                </a:lnTo>
                <a:lnTo>
                  <a:pt x="673742" y="673742"/>
                </a:lnTo>
                <a:lnTo>
                  <a:pt x="0" y="6737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922188" y="5296764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2" y="0"/>
                </a:lnTo>
                <a:lnTo>
                  <a:pt x="673742" y="673742"/>
                </a:lnTo>
                <a:lnTo>
                  <a:pt x="0" y="6737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922188" y="6506341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2" y="0"/>
                </a:lnTo>
                <a:lnTo>
                  <a:pt x="673742" y="673741"/>
                </a:lnTo>
                <a:lnTo>
                  <a:pt x="0" y="6737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06057" y="4085671"/>
            <a:ext cx="3663103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Menya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06057" y="6494914"/>
            <a:ext cx="6528988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hibur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 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 sedih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06057" y="5285338"/>
            <a:ext cx="3125010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gi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bek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764095" y="7534436"/>
            <a:ext cx="8495205" cy="1039549"/>
            <a:chOff x="0" y="0"/>
            <a:chExt cx="2237420" cy="2737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922188" y="7717340"/>
            <a:ext cx="673741" cy="673741"/>
          </a:xfrm>
          <a:custGeom>
            <a:avLst/>
            <a:gdLst/>
            <a:ahLst/>
            <a:cxnLst/>
            <a:rect r="r" b="b" t="t" l="l"/>
            <a:pathLst>
              <a:path h="673741" w="673741">
                <a:moveTo>
                  <a:pt x="0" y="0"/>
                </a:moveTo>
                <a:lnTo>
                  <a:pt x="673742" y="0"/>
                </a:lnTo>
                <a:lnTo>
                  <a:pt x="673742" y="673741"/>
                </a:lnTo>
                <a:lnTo>
                  <a:pt x="0" y="6737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06057" y="7705914"/>
            <a:ext cx="6057760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Tidak membentak keluarga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693794" y="9183585"/>
            <a:ext cx="3236943" cy="2206516"/>
          </a:xfrm>
          <a:custGeom>
            <a:avLst/>
            <a:gdLst/>
            <a:ahLst/>
            <a:cxnLst/>
            <a:rect r="r" b="b" t="t" l="l"/>
            <a:pathLst>
              <a:path h="2206516" w="3236943">
                <a:moveTo>
                  <a:pt x="0" y="0"/>
                </a:moveTo>
                <a:lnTo>
                  <a:pt x="3236944" y="0"/>
                </a:lnTo>
                <a:lnTo>
                  <a:pt x="3236944" y="2206517"/>
                </a:lnTo>
                <a:lnTo>
                  <a:pt x="0" y="22065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294931" y="8573985"/>
            <a:ext cx="3236943" cy="2206516"/>
          </a:xfrm>
          <a:custGeom>
            <a:avLst/>
            <a:gdLst/>
            <a:ahLst/>
            <a:cxnLst/>
            <a:rect r="r" b="b" t="t" l="l"/>
            <a:pathLst>
              <a:path h="2206516" w="3236943">
                <a:moveTo>
                  <a:pt x="0" y="0"/>
                </a:moveTo>
                <a:lnTo>
                  <a:pt x="3236943" y="0"/>
                </a:lnTo>
                <a:lnTo>
                  <a:pt x="3236943" y="2206517"/>
                </a:lnTo>
                <a:lnTo>
                  <a:pt x="0" y="22065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886505"/>
            <a:ext cx="8495205" cy="1039549"/>
            <a:chOff x="0" y="0"/>
            <a:chExt cx="2237420" cy="2737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5086172"/>
            <a:ext cx="8495205" cy="1039549"/>
            <a:chOff x="0" y="0"/>
            <a:chExt cx="2237420" cy="273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6295748"/>
            <a:ext cx="8495205" cy="1039549"/>
            <a:chOff x="0" y="0"/>
            <a:chExt cx="2237420" cy="273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506748"/>
            <a:ext cx="8495205" cy="1039549"/>
            <a:chOff x="0" y="0"/>
            <a:chExt cx="2237420" cy="273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727320" y="7587546"/>
            <a:ext cx="5097964" cy="62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Dekat dengan Allah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99930" y="4068571"/>
            <a:ext cx="675418" cy="675418"/>
          </a:xfrm>
          <a:custGeom>
            <a:avLst/>
            <a:gdLst/>
            <a:ahLst/>
            <a:cxnLst/>
            <a:rect r="r" b="b" t="t" l="l"/>
            <a:pathLst>
              <a:path h="675418" w="675418">
                <a:moveTo>
                  <a:pt x="0" y="0"/>
                </a:moveTo>
                <a:lnTo>
                  <a:pt x="675418" y="0"/>
                </a:lnTo>
                <a:lnTo>
                  <a:pt x="675418" y="675418"/>
                </a:lnTo>
                <a:lnTo>
                  <a:pt x="0" y="675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99930" y="5268238"/>
            <a:ext cx="675418" cy="675418"/>
          </a:xfrm>
          <a:custGeom>
            <a:avLst/>
            <a:gdLst/>
            <a:ahLst/>
            <a:cxnLst/>
            <a:rect r="r" b="b" t="t" l="l"/>
            <a:pathLst>
              <a:path h="675418" w="675418">
                <a:moveTo>
                  <a:pt x="0" y="0"/>
                </a:moveTo>
                <a:lnTo>
                  <a:pt x="675418" y="0"/>
                </a:lnTo>
                <a:lnTo>
                  <a:pt x="675418" y="675418"/>
                </a:lnTo>
                <a:lnTo>
                  <a:pt x="0" y="675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9930" y="6477814"/>
            <a:ext cx="675418" cy="675418"/>
          </a:xfrm>
          <a:custGeom>
            <a:avLst/>
            <a:gdLst/>
            <a:ahLst/>
            <a:cxnLst/>
            <a:rect r="r" b="b" t="t" l="l"/>
            <a:pathLst>
              <a:path h="675418" w="675418">
                <a:moveTo>
                  <a:pt x="0" y="0"/>
                </a:moveTo>
                <a:lnTo>
                  <a:pt x="675418" y="0"/>
                </a:lnTo>
                <a:lnTo>
                  <a:pt x="675418" y="675418"/>
                </a:lnTo>
                <a:lnTo>
                  <a:pt x="0" y="675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99930" y="7688813"/>
            <a:ext cx="675418" cy="675418"/>
          </a:xfrm>
          <a:custGeom>
            <a:avLst/>
            <a:gdLst/>
            <a:ahLst/>
            <a:cxnLst/>
            <a:rect r="r" b="b" t="t" l="l"/>
            <a:pathLst>
              <a:path h="675418" w="675418">
                <a:moveTo>
                  <a:pt x="0" y="0"/>
                </a:moveTo>
                <a:lnTo>
                  <a:pt x="675418" y="0"/>
                </a:lnTo>
                <a:lnTo>
                  <a:pt x="675418" y="675418"/>
                </a:lnTo>
                <a:lnTo>
                  <a:pt x="0" y="675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623890">
            <a:off x="6977374" y="5837252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0" y="0"/>
                </a:moveTo>
                <a:lnTo>
                  <a:pt x="16230600" y="0"/>
                </a:lnTo>
                <a:lnTo>
                  <a:pt x="16230600" y="6336696"/>
                </a:lnTo>
                <a:lnTo>
                  <a:pt x="0" y="6336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92167" y="9005600"/>
            <a:ext cx="3236943" cy="2206516"/>
          </a:xfrm>
          <a:custGeom>
            <a:avLst/>
            <a:gdLst/>
            <a:ahLst/>
            <a:cxnLst/>
            <a:rect r="r" b="b" t="t" l="l"/>
            <a:pathLst>
              <a:path h="2206516" w="3236943">
                <a:moveTo>
                  <a:pt x="0" y="0"/>
                </a:moveTo>
                <a:lnTo>
                  <a:pt x="3236944" y="0"/>
                </a:lnTo>
                <a:lnTo>
                  <a:pt x="3236944" y="2206516"/>
                </a:lnTo>
                <a:lnTo>
                  <a:pt x="0" y="22065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471259" y="8717747"/>
            <a:ext cx="3236943" cy="2206516"/>
          </a:xfrm>
          <a:custGeom>
            <a:avLst/>
            <a:gdLst/>
            <a:ahLst/>
            <a:cxnLst/>
            <a:rect r="r" b="b" t="t" l="l"/>
            <a:pathLst>
              <a:path h="2206516" w="3236943">
                <a:moveTo>
                  <a:pt x="0" y="0"/>
                </a:moveTo>
                <a:lnTo>
                  <a:pt x="3236943" y="0"/>
                </a:lnTo>
                <a:lnTo>
                  <a:pt x="3236943" y="2206516"/>
                </a:lnTo>
                <a:lnTo>
                  <a:pt x="0" y="22065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12124230" y="3252383"/>
            <a:ext cx="3621604" cy="6086730"/>
          </a:xfrm>
          <a:custGeom>
            <a:avLst/>
            <a:gdLst/>
            <a:ahLst/>
            <a:cxnLst/>
            <a:rect r="r" b="b" t="t" l="l"/>
            <a:pathLst>
              <a:path h="6086730" w="3621604">
                <a:moveTo>
                  <a:pt x="3621604" y="0"/>
                </a:moveTo>
                <a:lnTo>
                  <a:pt x="0" y="0"/>
                </a:lnTo>
                <a:lnTo>
                  <a:pt x="0" y="6086731"/>
                </a:lnTo>
                <a:lnTo>
                  <a:pt x="3621604" y="6086731"/>
                </a:lnTo>
                <a:lnTo>
                  <a:pt x="362160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92167" y="1181100"/>
            <a:ext cx="7168270" cy="23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 </a:t>
            </a: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Per</a:t>
            </a: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asaan Jika Kita Menyayangi Sesama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27320" y="3967303"/>
            <a:ext cx="2947308" cy="62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ahagia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27320" y="6376546"/>
            <a:ext cx="4182259" cy="62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Disu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kai teman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27320" y="5166970"/>
            <a:ext cx="3411921" cy="62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amai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0">
            <a:off x="14836949" y="-27729"/>
            <a:ext cx="4844702" cy="7142067"/>
          </a:xfrm>
          <a:custGeom>
            <a:avLst/>
            <a:gdLst/>
            <a:ahLst/>
            <a:cxnLst/>
            <a:rect r="r" b="b" t="t" l="l"/>
            <a:pathLst>
              <a:path h="7142067" w="4844702">
                <a:moveTo>
                  <a:pt x="4844702" y="0"/>
                </a:moveTo>
                <a:lnTo>
                  <a:pt x="0" y="0"/>
                </a:lnTo>
                <a:lnTo>
                  <a:pt x="0" y="7142066"/>
                </a:lnTo>
                <a:lnTo>
                  <a:pt x="4844702" y="7142066"/>
                </a:lnTo>
                <a:lnTo>
                  <a:pt x="4844702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669528" y="6339781"/>
            <a:ext cx="3236943" cy="2206516"/>
          </a:xfrm>
          <a:custGeom>
            <a:avLst/>
            <a:gdLst/>
            <a:ahLst/>
            <a:cxnLst/>
            <a:rect r="r" b="b" t="t" l="l"/>
            <a:pathLst>
              <a:path h="2206516" w="3236943">
                <a:moveTo>
                  <a:pt x="0" y="0"/>
                </a:moveTo>
                <a:lnTo>
                  <a:pt x="3236944" y="0"/>
                </a:lnTo>
                <a:lnTo>
                  <a:pt x="3236944" y="2206516"/>
                </a:lnTo>
                <a:lnTo>
                  <a:pt x="0" y="22065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414662" y="1028700"/>
            <a:ext cx="5215176" cy="7688220"/>
          </a:xfrm>
          <a:custGeom>
            <a:avLst/>
            <a:gdLst/>
            <a:ahLst/>
            <a:cxnLst/>
            <a:rect r="r" b="b" t="t" l="l"/>
            <a:pathLst>
              <a:path h="7688220" w="5215176">
                <a:moveTo>
                  <a:pt x="5215176" y="0"/>
                </a:moveTo>
                <a:lnTo>
                  <a:pt x="0" y="0"/>
                </a:lnTo>
                <a:lnTo>
                  <a:pt x="0" y="7688220"/>
                </a:lnTo>
                <a:lnTo>
                  <a:pt x="5215176" y="7688220"/>
                </a:lnTo>
                <a:lnTo>
                  <a:pt x="521517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27053" y="8091004"/>
            <a:ext cx="4030290" cy="2747314"/>
          </a:xfrm>
          <a:custGeom>
            <a:avLst/>
            <a:gdLst/>
            <a:ahLst/>
            <a:cxnLst/>
            <a:rect r="r" b="b" t="t" l="l"/>
            <a:pathLst>
              <a:path h="2747314" w="4030290">
                <a:moveTo>
                  <a:pt x="0" y="0"/>
                </a:moveTo>
                <a:lnTo>
                  <a:pt x="4030290" y="0"/>
                </a:lnTo>
                <a:lnTo>
                  <a:pt x="4030290" y="2747315"/>
                </a:lnTo>
                <a:lnTo>
                  <a:pt x="0" y="274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53847" y="897306"/>
            <a:ext cx="5215176" cy="7688220"/>
          </a:xfrm>
          <a:custGeom>
            <a:avLst/>
            <a:gdLst/>
            <a:ahLst/>
            <a:cxnLst/>
            <a:rect r="r" b="b" t="t" l="l"/>
            <a:pathLst>
              <a:path h="7688220" w="5215176">
                <a:moveTo>
                  <a:pt x="0" y="0"/>
                </a:moveTo>
                <a:lnTo>
                  <a:pt x="5215176" y="0"/>
                </a:lnTo>
                <a:lnTo>
                  <a:pt x="5215176" y="7688220"/>
                </a:lnTo>
                <a:lnTo>
                  <a:pt x="0" y="7688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869343" y="7884643"/>
            <a:ext cx="4030290" cy="2747314"/>
          </a:xfrm>
          <a:custGeom>
            <a:avLst/>
            <a:gdLst/>
            <a:ahLst/>
            <a:cxnLst/>
            <a:rect r="r" b="b" t="t" l="l"/>
            <a:pathLst>
              <a:path h="2747314" w="4030290">
                <a:moveTo>
                  <a:pt x="4030290" y="0"/>
                </a:moveTo>
                <a:lnTo>
                  <a:pt x="0" y="0"/>
                </a:lnTo>
                <a:lnTo>
                  <a:pt x="0" y="2747314"/>
                </a:lnTo>
                <a:lnTo>
                  <a:pt x="4030290" y="2747314"/>
                </a:lnTo>
                <a:lnTo>
                  <a:pt x="403029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96398" y="4030699"/>
            <a:ext cx="8495205" cy="1039549"/>
            <a:chOff x="0" y="0"/>
            <a:chExt cx="2237420" cy="273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96398" y="5230366"/>
            <a:ext cx="8495205" cy="1039549"/>
            <a:chOff x="0" y="0"/>
            <a:chExt cx="2237420" cy="273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96398" y="6439942"/>
            <a:ext cx="8495205" cy="1039549"/>
            <a:chOff x="0" y="0"/>
            <a:chExt cx="2237420" cy="2737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96398" y="7650941"/>
            <a:ext cx="8495205" cy="1039549"/>
            <a:chOff x="0" y="0"/>
            <a:chExt cx="2237420" cy="2737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37420" cy="273791"/>
            </a:xfrm>
            <a:custGeom>
              <a:avLst/>
              <a:gdLst/>
              <a:ahLst/>
              <a:cxnLst/>
              <a:rect r="r" b="b" t="t" l="l"/>
              <a:pathLst>
                <a:path h="273791" w="2237420">
                  <a:moveTo>
                    <a:pt x="46478" y="0"/>
                  </a:moveTo>
                  <a:lnTo>
                    <a:pt x="2190942" y="0"/>
                  </a:lnTo>
                  <a:cubicBezTo>
                    <a:pt x="2203269" y="0"/>
                    <a:pt x="2215091" y="4897"/>
                    <a:pt x="2223807" y="13613"/>
                  </a:cubicBezTo>
                  <a:cubicBezTo>
                    <a:pt x="2232523" y="22329"/>
                    <a:pt x="2237420" y="34151"/>
                    <a:pt x="2237420" y="46478"/>
                  </a:cubicBezTo>
                  <a:lnTo>
                    <a:pt x="2237420" y="227313"/>
                  </a:lnTo>
                  <a:cubicBezTo>
                    <a:pt x="2237420" y="252982"/>
                    <a:pt x="2216611" y="273791"/>
                    <a:pt x="2190942" y="273791"/>
                  </a:cubicBezTo>
                  <a:lnTo>
                    <a:pt x="46478" y="273791"/>
                  </a:lnTo>
                  <a:cubicBezTo>
                    <a:pt x="34151" y="273791"/>
                    <a:pt x="22329" y="268894"/>
                    <a:pt x="13613" y="260178"/>
                  </a:cubicBezTo>
                  <a:cubicBezTo>
                    <a:pt x="4897" y="251461"/>
                    <a:pt x="0" y="239640"/>
                    <a:pt x="0" y="227313"/>
                  </a:cubicBezTo>
                  <a:lnTo>
                    <a:pt x="0" y="46478"/>
                  </a:lnTo>
                  <a:cubicBezTo>
                    <a:pt x="0" y="20809"/>
                    <a:pt x="20809" y="0"/>
                    <a:pt x="4647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37420" cy="311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096943" y="4237899"/>
            <a:ext cx="625150" cy="625150"/>
          </a:xfrm>
          <a:custGeom>
            <a:avLst/>
            <a:gdLst/>
            <a:ahLst/>
            <a:cxnLst/>
            <a:rect r="r" b="b" t="t" l="l"/>
            <a:pathLst>
              <a:path h="625150" w="625150">
                <a:moveTo>
                  <a:pt x="0" y="0"/>
                </a:moveTo>
                <a:lnTo>
                  <a:pt x="625149" y="0"/>
                </a:lnTo>
                <a:lnTo>
                  <a:pt x="625149" y="625149"/>
                </a:lnTo>
                <a:lnTo>
                  <a:pt x="0" y="6251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559865" y="1325294"/>
            <a:ext cx="7168270" cy="23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Larangan: Sikap Tidak Menyayangi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70346" y="4111497"/>
            <a:ext cx="2947308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Membentak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52870" y="6520740"/>
            <a:ext cx="4182259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Mengejek teman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38039" y="5311164"/>
            <a:ext cx="3411921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Berkata </a:t>
            </a:r>
            <a:r>
              <a:rPr lang="en-US" sz="3700" strike="noStrike" u="none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kasar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46381" y="7731739"/>
            <a:ext cx="4195237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Menyakiti hewan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096943" y="5437566"/>
            <a:ext cx="625150" cy="625150"/>
          </a:xfrm>
          <a:custGeom>
            <a:avLst/>
            <a:gdLst/>
            <a:ahLst/>
            <a:cxnLst/>
            <a:rect r="r" b="b" t="t" l="l"/>
            <a:pathLst>
              <a:path h="625150" w="625150">
                <a:moveTo>
                  <a:pt x="0" y="0"/>
                </a:moveTo>
                <a:lnTo>
                  <a:pt x="625149" y="0"/>
                </a:lnTo>
                <a:lnTo>
                  <a:pt x="625149" y="625149"/>
                </a:lnTo>
                <a:lnTo>
                  <a:pt x="0" y="6251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096943" y="6647142"/>
            <a:ext cx="625150" cy="625150"/>
          </a:xfrm>
          <a:custGeom>
            <a:avLst/>
            <a:gdLst/>
            <a:ahLst/>
            <a:cxnLst/>
            <a:rect r="r" b="b" t="t" l="l"/>
            <a:pathLst>
              <a:path h="625150" w="625150">
                <a:moveTo>
                  <a:pt x="0" y="0"/>
                </a:moveTo>
                <a:lnTo>
                  <a:pt x="625149" y="0"/>
                </a:lnTo>
                <a:lnTo>
                  <a:pt x="625149" y="625150"/>
                </a:lnTo>
                <a:lnTo>
                  <a:pt x="0" y="62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096943" y="7858141"/>
            <a:ext cx="625150" cy="625150"/>
          </a:xfrm>
          <a:custGeom>
            <a:avLst/>
            <a:gdLst/>
            <a:ahLst/>
            <a:cxnLst/>
            <a:rect r="r" b="b" t="t" l="l"/>
            <a:pathLst>
              <a:path h="625150" w="625150">
                <a:moveTo>
                  <a:pt x="0" y="0"/>
                </a:moveTo>
                <a:lnTo>
                  <a:pt x="625149" y="0"/>
                </a:lnTo>
                <a:lnTo>
                  <a:pt x="625149" y="625150"/>
                </a:lnTo>
                <a:lnTo>
                  <a:pt x="0" y="62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98" r="0" b="-2315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59865" y="2013830"/>
            <a:ext cx="7168270" cy="193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400">
                <a:solidFill>
                  <a:srgbClr val="59240D"/>
                </a:solidFill>
                <a:latin typeface="Alternate Gothic No1"/>
                <a:ea typeface="Alternate Gothic No1"/>
                <a:cs typeface="Alternate Gothic No1"/>
                <a:sym typeface="Alternate Gothic No1"/>
              </a:rPr>
              <a:t>Terima Kasih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168996" y="3951215"/>
            <a:ext cx="9950008" cy="3478484"/>
            <a:chOff x="0" y="0"/>
            <a:chExt cx="2620578" cy="916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20578" cy="916144"/>
            </a:xfrm>
            <a:custGeom>
              <a:avLst/>
              <a:gdLst/>
              <a:ahLst/>
              <a:cxnLst/>
              <a:rect r="r" b="b" t="t" l="l"/>
              <a:pathLst>
                <a:path h="916144" w="2620578">
                  <a:moveTo>
                    <a:pt x="39682" y="0"/>
                  </a:moveTo>
                  <a:lnTo>
                    <a:pt x="2580896" y="0"/>
                  </a:lnTo>
                  <a:cubicBezTo>
                    <a:pt x="2591421" y="0"/>
                    <a:pt x="2601514" y="4181"/>
                    <a:pt x="2608956" y="11623"/>
                  </a:cubicBezTo>
                  <a:cubicBezTo>
                    <a:pt x="2616397" y="19064"/>
                    <a:pt x="2620578" y="29158"/>
                    <a:pt x="2620578" y="39682"/>
                  </a:cubicBezTo>
                  <a:lnTo>
                    <a:pt x="2620578" y="876462"/>
                  </a:lnTo>
                  <a:cubicBezTo>
                    <a:pt x="2620578" y="886986"/>
                    <a:pt x="2616397" y="897079"/>
                    <a:pt x="2608956" y="904521"/>
                  </a:cubicBezTo>
                  <a:cubicBezTo>
                    <a:pt x="2601514" y="911963"/>
                    <a:pt x="2591421" y="916144"/>
                    <a:pt x="2580896" y="916144"/>
                  </a:cubicBezTo>
                  <a:lnTo>
                    <a:pt x="39682" y="916144"/>
                  </a:lnTo>
                  <a:cubicBezTo>
                    <a:pt x="29158" y="916144"/>
                    <a:pt x="19064" y="911963"/>
                    <a:pt x="11623" y="904521"/>
                  </a:cubicBezTo>
                  <a:cubicBezTo>
                    <a:pt x="4181" y="897079"/>
                    <a:pt x="0" y="886986"/>
                    <a:pt x="0" y="876462"/>
                  </a:cubicBezTo>
                  <a:lnTo>
                    <a:pt x="0" y="39682"/>
                  </a:lnTo>
                  <a:cubicBezTo>
                    <a:pt x="0" y="29158"/>
                    <a:pt x="4181" y="19064"/>
                    <a:pt x="11623" y="11623"/>
                  </a:cubicBezTo>
                  <a:cubicBezTo>
                    <a:pt x="19064" y="4181"/>
                    <a:pt x="29158" y="0"/>
                    <a:pt x="396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20578" cy="954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68818" y="4356322"/>
            <a:ext cx="8950364" cy="260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Islam mengajarkan kita untuk menyayangi semua makhluk.</a:t>
            </a:r>
          </a:p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240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Mari kita menjadi anak yang penyayang, baik hati, dan disayang Allah SWT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7086600" y="7358992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16230600" y="0"/>
                </a:moveTo>
                <a:lnTo>
                  <a:pt x="0" y="0"/>
                </a:lnTo>
                <a:lnTo>
                  <a:pt x="0" y="6336697"/>
                </a:lnTo>
                <a:lnTo>
                  <a:pt x="16230600" y="6336697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358992"/>
            <a:ext cx="16230600" cy="6336697"/>
          </a:xfrm>
          <a:custGeom>
            <a:avLst/>
            <a:gdLst/>
            <a:ahLst/>
            <a:cxnLst/>
            <a:rect r="r" b="b" t="t" l="l"/>
            <a:pathLst>
              <a:path h="6336697" w="16230600">
                <a:moveTo>
                  <a:pt x="0" y="0"/>
                </a:moveTo>
                <a:lnTo>
                  <a:pt x="16230600" y="0"/>
                </a:lnTo>
                <a:lnTo>
                  <a:pt x="16230600" y="6336697"/>
                </a:lnTo>
                <a:lnTo>
                  <a:pt x="0" y="6336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27053" y="7884643"/>
            <a:ext cx="4030290" cy="2747314"/>
          </a:xfrm>
          <a:custGeom>
            <a:avLst/>
            <a:gdLst/>
            <a:ahLst/>
            <a:cxnLst/>
            <a:rect r="r" b="b" t="t" l="l"/>
            <a:pathLst>
              <a:path h="2747314" w="4030290">
                <a:moveTo>
                  <a:pt x="0" y="0"/>
                </a:moveTo>
                <a:lnTo>
                  <a:pt x="4030290" y="0"/>
                </a:lnTo>
                <a:lnTo>
                  <a:pt x="4030290" y="2747314"/>
                </a:lnTo>
                <a:lnTo>
                  <a:pt x="0" y="2747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869343" y="7884643"/>
            <a:ext cx="4030290" cy="2747314"/>
          </a:xfrm>
          <a:custGeom>
            <a:avLst/>
            <a:gdLst/>
            <a:ahLst/>
            <a:cxnLst/>
            <a:rect r="r" b="b" t="t" l="l"/>
            <a:pathLst>
              <a:path h="2747314" w="4030290">
                <a:moveTo>
                  <a:pt x="4030290" y="0"/>
                </a:moveTo>
                <a:lnTo>
                  <a:pt x="0" y="0"/>
                </a:lnTo>
                <a:lnTo>
                  <a:pt x="0" y="2747314"/>
                </a:lnTo>
                <a:lnTo>
                  <a:pt x="4030290" y="2747314"/>
                </a:lnTo>
                <a:lnTo>
                  <a:pt x="403029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4651712" y="749067"/>
            <a:ext cx="5215176" cy="7688220"/>
          </a:xfrm>
          <a:custGeom>
            <a:avLst/>
            <a:gdLst/>
            <a:ahLst/>
            <a:cxnLst/>
            <a:rect r="r" b="b" t="t" l="l"/>
            <a:pathLst>
              <a:path h="7688220" w="5215176">
                <a:moveTo>
                  <a:pt x="5215176" y="0"/>
                </a:moveTo>
                <a:lnTo>
                  <a:pt x="0" y="0"/>
                </a:lnTo>
                <a:lnTo>
                  <a:pt x="0" y="7688220"/>
                </a:lnTo>
                <a:lnTo>
                  <a:pt x="5215176" y="7688220"/>
                </a:lnTo>
                <a:lnTo>
                  <a:pt x="521517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461786" y="749067"/>
            <a:ext cx="5215176" cy="7688220"/>
          </a:xfrm>
          <a:custGeom>
            <a:avLst/>
            <a:gdLst/>
            <a:ahLst/>
            <a:cxnLst/>
            <a:rect r="r" b="b" t="t" l="l"/>
            <a:pathLst>
              <a:path h="7688220" w="5215176">
                <a:moveTo>
                  <a:pt x="0" y="0"/>
                </a:moveTo>
                <a:lnTo>
                  <a:pt x="5215177" y="0"/>
                </a:lnTo>
                <a:lnTo>
                  <a:pt x="5215177" y="7688220"/>
                </a:lnTo>
                <a:lnTo>
                  <a:pt x="0" y="7688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DAG-QeCtIZo</dc:identifier>
  <dcterms:modified xsi:type="dcterms:W3CDTF">2011-08-01T06:04:30Z</dcterms:modified>
  <cp:revision>1</cp:revision>
  <dc:title>Kasih Sayang Terhadap Sesama Presentasi Pendidikan Hijau Ilustratif Ceria</dc:title>
</cp:coreProperties>
</file>