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61" r:id="rId3"/>
    <p:sldId id="257" r:id="rId4"/>
    <p:sldId id="258" r:id="rId5"/>
    <p:sldId id="259" r:id="rId6"/>
    <p:sldId id="260" r:id="rId7"/>
    <p:sldId id="264" r:id="rId8"/>
    <p:sldId id="265" r:id="rId9"/>
    <p:sldId id="266" r:id="rId10"/>
    <p:sldId id="267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Gaya Medium 2 - Akse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Gaya Tema 1 - Akse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udin -" userId="10cffa2dd221bd58" providerId="LiveId" clId="{F8EB22CF-7481-4E23-A5EA-2D4BA4A36EE4}"/>
    <pc:docChg chg="undo custSel addSld delSld modSld modMainMaster">
      <pc:chgData name="mahmudin -" userId="10cffa2dd221bd58" providerId="LiveId" clId="{F8EB22CF-7481-4E23-A5EA-2D4BA4A36EE4}" dt="2026-01-09T06:52:58.133" v="610"/>
      <pc:docMkLst>
        <pc:docMk/>
      </pc:docMkLst>
      <pc:sldChg chg="modTransition setBg modAnim">
        <pc:chgData name="mahmudin -" userId="10cffa2dd221bd58" providerId="LiveId" clId="{F8EB22CF-7481-4E23-A5EA-2D4BA4A36EE4}" dt="2026-01-09T06:52:58.133" v="610"/>
        <pc:sldMkLst>
          <pc:docMk/>
          <pc:sldMk cId="2240427720" sldId="256"/>
        </pc:sldMkLst>
      </pc:sldChg>
      <pc:sldChg chg="addSp delSp modSp mod modTransition">
        <pc:chgData name="mahmudin -" userId="10cffa2dd221bd58" providerId="LiveId" clId="{F8EB22CF-7481-4E23-A5EA-2D4BA4A36EE4}" dt="2026-01-09T06:23:25.604" v="470" actId="167"/>
        <pc:sldMkLst>
          <pc:docMk/>
          <pc:sldMk cId="1720656588" sldId="257"/>
        </pc:sldMkLst>
        <pc:spChg chg="mod">
          <ac:chgData name="mahmudin -" userId="10cffa2dd221bd58" providerId="LiveId" clId="{F8EB22CF-7481-4E23-A5EA-2D4BA4A36EE4}" dt="2026-01-09T06:15:57.330" v="447" actId="1076"/>
          <ac:spMkLst>
            <pc:docMk/>
            <pc:sldMk cId="1720656588" sldId="257"/>
            <ac:spMk id="2" creationId="{16C4ED6B-181D-2C77-EA9E-7AFF7C7F39E4}"/>
          </ac:spMkLst>
        </pc:spChg>
        <pc:spChg chg="mod">
          <ac:chgData name="mahmudin -" userId="10cffa2dd221bd58" providerId="LiveId" clId="{F8EB22CF-7481-4E23-A5EA-2D4BA4A36EE4}" dt="2026-01-09T06:18:45.941" v="462" actId="1076"/>
          <ac:spMkLst>
            <pc:docMk/>
            <pc:sldMk cId="1720656588" sldId="257"/>
            <ac:spMk id="3" creationId="{45F823DF-0A9A-03FE-BE68-37835A4F6E0A}"/>
          </ac:spMkLst>
        </pc:spChg>
        <pc:spChg chg="mod">
          <ac:chgData name="mahmudin -" userId="10cffa2dd221bd58" providerId="LiveId" clId="{F8EB22CF-7481-4E23-A5EA-2D4BA4A36EE4}" dt="2026-01-09T06:16:06.025" v="448" actId="1076"/>
          <ac:spMkLst>
            <pc:docMk/>
            <pc:sldMk cId="1720656588" sldId="257"/>
            <ac:spMk id="4" creationId="{51EE3ADA-37C7-970A-4EE2-44F38D953456}"/>
          </ac:spMkLst>
        </pc:spChg>
        <pc:spChg chg="add mod">
          <ac:chgData name="mahmudin -" userId="10cffa2dd221bd58" providerId="LiveId" clId="{F8EB22CF-7481-4E23-A5EA-2D4BA4A36EE4}" dt="2026-01-09T06:18:50.910" v="463" actId="1076"/>
          <ac:spMkLst>
            <pc:docMk/>
            <pc:sldMk cId="1720656588" sldId="257"/>
            <ac:spMk id="5" creationId="{A493E220-4A37-6683-BA69-0FF9D3CB5297}"/>
          </ac:spMkLst>
        </pc:spChg>
        <pc:spChg chg="del">
          <ac:chgData name="mahmudin -" userId="10cffa2dd221bd58" providerId="LiveId" clId="{F8EB22CF-7481-4E23-A5EA-2D4BA4A36EE4}" dt="2026-01-09T05:03:13.241" v="128" actId="478"/>
          <ac:spMkLst>
            <pc:docMk/>
            <pc:sldMk cId="1720656588" sldId="257"/>
            <ac:spMk id="6" creationId="{579EBCFD-567F-E7DF-769C-4B1C02248782}"/>
          </ac:spMkLst>
        </pc:spChg>
        <pc:spChg chg="add mod">
          <ac:chgData name="mahmudin -" userId="10cffa2dd221bd58" providerId="LiveId" clId="{F8EB22CF-7481-4E23-A5EA-2D4BA4A36EE4}" dt="2026-01-09T06:19:13.567" v="468" actId="404"/>
          <ac:spMkLst>
            <pc:docMk/>
            <pc:sldMk cId="1720656588" sldId="257"/>
            <ac:spMk id="7" creationId="{18FB6836-7545-7C6B-E61E-F8A932C7AD2E}"/>
          </ac:spMkLst>
        </pc:spChg>
        <pc:spChg chg="add mod">
          <ac:chgData name="mahmudin -" userId="10cffa2dd221bd58" providerId="LiveId" clId="{F8EB22CF-7481-4E23-A5EA-2D4BA4A36EE4}" dt="2026-01-09T06:18:40.564" v="461" actId="1076"/>
          <ac:spMkLst>
            <pc:docMk/>
            <pc:sldMk cId="1720656588" sldId="257"/>
            <ac:spMk id="10" creationId="{ACE845E0-8EEE-C4FE-073D-A7ABAB58DAB6}"/>
          </ac:spMkLst>
        </pc:spChg>
        <pc:picChg chg="add ord">
          <ac:chgData name="mahmudin -" userId="10cffa2dd221bd58" providerId="LiveId" clId="{F8EB22CF-7481-4E23-A5EA-2D4BA4A36EE4}" dt="2026-01-09T06:23:25.604" v="470" actId="167"/>
          <ac:picMkLst>
            <pc:docMk/>
            <pc:sldMk cId="1720656588" sldId="257"/>
            <ac:picMk id="11" creationId="{E5070584-51BE-B568-169E-F8CBAA2D7599}"/>
          </ac:picMkLst>
        </pc:picChg>
        <pc:cxnChg chg="add del">
          <ac:chgData name="mahmudin -" userId="10cffa2dd221bd58" providerId="LiveId" clId="{F8EB22CF-7481-4E23-A5EA-2D4BA4A36EE4}" dt="2026-01-09T06:16:57.666" v="453" actId="11529"/>
          <ac:cxnSpMkLst>
            <pc:docMk/>
            <pc:sldMk cId="1720656588" sldId="257"/>
            <ac:cxnSpMk id="9" creationId="{5084FA59-A8EB-04E1-587F-5A1B6CA986FF}"/>
          </ac:cxnSpMkLst>
        </pc:cxnChg>
      </pc:sldChg>
      <pc:sldChg chg="addSp delSp modSp mod modTransition">
        <pc:chgData name="mahmudin -" userId="10cffa2dd221bd58" providerId="LiveId" clId="{F8EB22CF-7481-4E23-A5EA-2D4BA4A36EE4}" dt="2026-01-09T06:07:14.532" v="416" actId="167"/>
        <pc:sldMkLst>
          <pc:docMk/>
          <pc:sldMk cId="1271275955" sldId="258"/>
        </pc:sldMkLst>
        <pc:spChg chg="mod">
          <ac:chgData name="mahmudin -" userId="10cffa2dd221bd58" providerId="LiveId" clId="{F8EB22CF-7481-4E23-A5EA-2D4BA4A36EE4}" dt="2026-01-09T06:06:02.946" v="410" actId="14100"/>
          <ac:spMkLst>
            <pc:docMk/>
            <pc:sldMk cId="1271275955" sldId="258"/>
            <ac:spMk id="2" creationId="{46121936-1BA6-91AB-1709-720E84EA14C8}"/>
          </ac:spMkLst>
        </pc:spChg>
        <pc:spChg chg="mod">
          <ac:chgData name="mahmudin -" userId="10cffa2dd221bd58" providerId="LiveId" clId="{F8EB22CF-7481-4E23-A5EA-2D4BA4A36EE4}" dt="2026-01-09T05:11:38.267" v="197" actId="14100"/>
          <ac:spMkLst>
            <pc:docMk/>
            <pc:sldMk cId="1271275955" sldId="258"/>
            <ac:spMk id="3" creationId="{3C5E0E87-5CBA-3B62-D1C0-073C76386873}"/>
          </ac:spMkLst>
        </pc:spChg>
        <pc:spChg chg="del">
          <ac:chgData name="mahmudin -" userId="10cffa2dd221bd58" providerId="LiveId" clId="{F8EB22CF-7481-4E23-A5EA-2D4BA4A36EE4}" dt="2026-01-09T05:10:05.807" v="182" actId="478"/>
          <ac:spMkLst>
            <pc:docMk/>
            <pc:sldMk cId="1271275955" sldId="258"/>
            <ac:spMk id="5" creationId="{FF75A0FB-45F0-4036-56D8-137E59124292}"/>
          </ac:spMkLst>
        </pc:spChg>
        <pc:spChg chg="add mod">
          <ac:chgData name="mahmudin -" userId="10cffa2dd221bd58" providerId="LiveId" clId="{F8EB22CF-7481-4E23-A5EA-2D4BA4A36EE4}" dt="2026-01-09T05:11:43.511" v="198" actId="14100"/>
          <ac:spMkLst>
            <pc:docMk/>
            <pc:sldMk cId="1271275955" sldId="258"/>
            <ac:spMk id="6" creationId="{6ED8F2EA-0150-6EDC-1115-D964A44B2421}"/>
          </ac:spMkLst>
        </pc:spChg>
        <pc:spChg chg="add mod">
          <ac:chgData name="mahmudin -" userId="10cffa2dd221bd58" providerId="LiveId" clId="{F8EB22CF-7481-4E23-A5EA-2D4BA4A36EE4}" dt="2026-01-09T05:12:18.163" v="203" actId="403"/>
          <ac:spMkLst>
            <pc:docMk/>
            <pc:sldMk cId="1271275955" sldId="258"/>
            <ac:spMk id="7" creationId="{6B5785CB-6E50-12B9-C6AF-1EF4850C9C42}"/>
          </ac:spMkLst>
        </pc:spChg>
        <pc:spChg chg="add mod">
          <ac:chgData name="mahmudin -" userId="10cffa2dd221bd58" providerId="LiveId" clId="{F8EB22CF-7481-4E23-A5EA-2D4BA4A36EE4}" dt="2026-01-09T06:06:02.946" v="410" actId="14100"/>
          <ac:spMkLst>
            <pc:docMk/>
            <pc:sldMk cId="1271275955" sldId="258"/>
            <ac:spMk id="8" creationId="{2896E254-8149-ADAE-1D1B-E0057F88F135}"/>
          </ac:spMkLst>
        </pc:spChg>
        <pc:picChg chg="add mod ord">
          <ac:chgData name="mahmudin -" userId="10cffa2dd221bd58" providerId="LiveId" clId="{F8EB22CF-7481-4E23-A5EA-2D4BA4A36EE4}" dt="2026-01-09T06:07:14.532" v="416" actId="167"/>
          <ac:picMkLst>
            <pc:docMk/>
            <pc:sldMk cId="1271275955" sldId="258"/>
            <ac:picMk id="9" creationId="{A2CACB55-BF86-26B4-6036-361AC3BFBD2F}"/>
          </ac:picMkLst>
        </pc:picChg>
      </pc:sldChg>
      <pc:sldChg chg="addSp delSp modSp mod modTransition">
        <pc:chgData name="mahmudin -" userId="10cffa2dd221bd58" providerId="LiveId" clId="{F8EB22CF-7481-4E23-A5EA-2D4BA4A36EE4}" dt="2026-01-09T06:26:58.381" v="492" actId="14100"/>
        <pc:sldMkLst>
          <pc:docMk/>
          <pc:sldMk cId="440546239" sldId="259"/>
        </pc:sldMkLst>
        <pc:spChg chg="mod">
          <ac:chgData name="mahmudin -" userId="10cffa2dd221bd58" providerId="LiveId" clId="{F8EB22CF-7481-4E23-A5EA-2D4BA4A36EE4}" dt="2026-01-09T06:26:28.279" v="487" actId="1076"/>
          <ac:spMkLst>
            <pc:docMk/>
            <pc:sldMk cId="440546239" sldId="259"/>
            <ac:spMk id="2" creationId="{7B55825C-D3BD-2900-C0CD-70940DD80551}"/>
          </ac:spMkLst>
        </pc:spChg>
        <pc:spChg chg="add del mod">
          <ac:chgData name="mahmudin -" userId="10cffa2dd221bd58" providerId="LiveId" clId="{F8EB22CF-7481-4E23-A5EA-2D4BA4A36EE4}" dt="2026-01-09T05:15:20.775" v="234"/>
          <ac:spMkLst>
            <pc:docMk/>
            <pc:sldMk cId="440546239" sldId="259"/>
            <ac:spMk id="3" creationId="{2925AEA4-7EE4-AB99-7153-FFB65D036B6F}"/>
          </ac:spMkLst>
        </pc:spChg>
        <pc:spChg chg="mod">
          <ac:chgData name="mahmudin -" userId="10cffa2dd221bd58" providerId="LiveId" clId="{F8EB22CF-7481-4E23-A5EA-2D4BA4A36EE4}" dt="2026-01-09T06:26:18.981" v="486" actId="1076"/>
          <ac:spMkLst>
            <pc:docMk/>
            <pc:sldMk cId="440546239" sldId="259"/>
            <ac:spMk id="4" creationId="{4C7F23E2-9B66-979F-036A-36F4B14146C5}"/>
          </ac:spMkLst>
        </pc:spChg>
        <pc:spChg chg="del">
          <ac:chgData name="mahmudin -" userId="10cffa2dd221bd58" providerId="LiveId" clId="{F8EB22CF-7481-4E23-A5EA-2D4BA4A36EE4}" dt="2026-01-09T05:13:23.674" v="209" actId="478"/>
          <ac:spMkLst>
            <pc:docMk/>
            <pc:sldMk cId="440546239" sldId="259"/>
            <ac:spMk id="5" creationId="{B2723097-4610-6947-F7B7-591891F2DB30}"/>
          </ac:spMkLst>
        </pc:spChg>
        <pc:spChg chg="add mod">
          <ac:chgData name="mahmudin -" userId="10cffa2dd221bd58" providerId="LiveId" clId="{F8EB22CF-7481-4E23-A5EA-2D4BA4A36EE4}" dt="2026-01-09T06:24:11.269" v="473" actId="403"/>
          <ac:spMkLst>
            <pc:docMk/>
            <pc:sldMk cId="440546239" sldId="259"/>
            <ac:spMk id="6" creationId="{A6F1BE7B-B8A9-C57E-C1CB-59C656C26F33}"/>
          </ac:spMkLst>
        </pc:spChg>
        <pc:spChg chg="add mod">
          <ac:chgData name="mahmudin -" userId="10cffa2dd221bd58" providerId="LiveId" clId="{F8EB22CF-7481-4E23-A5EA-2D4BA4A36EE4}" dt="2026-01-09T05:14:41.949" v="226"/>
          <ac:spMkLst>
            <pc:docMk/>
            <pc:sldMk cId="440546239" sldId="259"/>
            <ac:spMk id="7" creationId="{0619CD6C-1324-9CCF-DFBB-5C542C102E29}"/>
          </ac:spMkLst>
        </pc:spChg>
        <pc:spChg chg="add mod">
          <ac:chgData name="mahmudin -" userId="10cffa2dd221bd58" providerId="LiveId" clId="{F8EB22CF-7481-4E23-A5EA-2D4BA4A36EE4}" dt="2026-01-09T05:14:49.176" v="228"/>
          <ac:spMkLst>
            <pc:docMk/>
            <pc:sldMk cId="440546239" sldId="259"/>
            <ac:spMk id="8" creationId="{4B8F9B58-1342-646A-B595-10886AC8A519}"/>
          </ac:spMkLst>
        </pc:spChg>
        <pc:spChg chg="add mod">
          <ac:chgData name="mahmudin -" userId="10cffa2dd221bd58" providerId="LiveId" clId="{F8EB22CF-7481-4E23-A5EA-2D4BA4A36EE4}" dt="2026-01-09T05:14:58.549" v="230"/>
          <ac:spMkLst>
            <pc:docMk/>
            <pc:sldMk cId="440546239" sldId="259"/>
            <ac:spMk id="9" creationId="{7AF3ACF8-52A2-53D5-C7BC-CA5475DAB9D8}"/>
          </ac:spMkLst>
        </pc:spChg>
        <pc:spChg chg="add mod">
          <ac:chgData name="mahmudin -" userId="10cffa2dd221bd58" providerId="LiveId" clId="{F8EB22CF-7481-4E23-A5EA-2D4BA4A36EE4}" dt="2026-01-09T05:15:17.605" v="233"/>
          <ac:spMkLst>
            <pc:docMk/>
            <pc:sldMk cId="440546239" sldId="259"/>
            <ac:spMk id="10" creationId="{C38E06AC-59BB-68AD-B464-9DA691F361DF}"/>
          </ac:spMkLst>
        </pc:spChg>
        <pc:spChg chg="add">
          <ac:chgData name="mahmudin -" userId="10cffa2dd221bd58" providerId="LiveId" clId="{F8EB22CF-7481-4E23-A5EA-2D4BA4A36EE4}" dt="2026-01-09T05:15:14.944" v="232"/>
          <ac:spMkLst>
            <pc:docMk/>
            <pc:sldMk cId="440546239" sldId="259"/>
            <ac:spMk id="11" creationId="{F01067C8-43F6-B98A-46C0-62BCFC9E13FF}"/>
          </ac:spMkLst>
        </pc:spChg>
        <pc:spChg chg="add mod">
          <ac:chgData name="mahmudin -" userId="10cffa2dd221bd58" providerId="LiveId" clId="{F8EB22CF-7481-4E23-A5EA-2D4BA4A36EE4}" dt="2026-01-09T06:26:38.774" v="489" actId="1076"/>
          <ac:spMkLst>
            <pc:docMk/>
            <pc:sldMk cId="440546239" sldId="259"/>
            <ac:spMk id="12" creationId="{8AA8A756-5E6E-68FF-16C2-64F082FD0ECA}"/>
          </ac:spMkLst>
        </pc:spChg>
        <pc:spChg chg="add mod">
          <ac:chgData name="mahmudin -" userId="10cffa2dd221bd58" providerId="LiveId" clId="{F8EB22CF-7481-4E23-A5EA-2D4BA4A36EE4}" dt="2026-01-09T06:26:58.381" v="492" actId="14100"/>
          <ac:spMkLst>
            <pc:docMk/>
            <pc:sldMk cId="440546239" sldId="259"/>
            <ac:spMk id="13" creationId="{7A2125D1-CE2E-31AE-4C54-6884C10EEA47}"/>
          </ac:spMkLst>
        </pc:spChg>
        <pc:spChg chg="add mod ord">
          <ac:chgData name="mahmudin -" userId="10cffa2dd221bd58" providerId="LiveId" clId="{F8EB22CF-7481-4E23-A5EA-2D4BA4A36EE4}" dt="2026-01-09T06:26:32.692" v="488" actId="1076"/>
          <ac:spMkLst>
            <pc:docMk/>
            <pc:sldMk cId="440546239" sldId="259"/>
            <ac:spMk id="16" creationId="{83B7D880-D6D5-1837-3E75-44C8CA2FA9F9}"/>
          </ac:spMkLst>
        </pc:spChg>
        <pc:picChg chg="add">
          <ac:chgData name="mahmudin -" userId="10cffa2dd221bd58" providerId="LiveId" clId="{F8EB22CF-7481-4E23-A5EA-2D4BA4A36EE4}" dt="2026-01-09T06:09:04.590" v="417"/>
          <ac:picMkLst>
            <pc:docMk/>
            <pc:sldMk cId="440546239" sldId="259"/>
            <ac:picMk id="14" creationId="{A4BA6ED6-FE86-28E1-DB13-33E983217FFB}"/>
          </ac:picMkLst>
        </pc:picChg>
        <pc:picChg chg="add del mod ord">
          <ac:chgData name="mahmudin -" userId="10cffa2dd221bd58" providerId="LiveId" clId="{F8EB22CF-7481-4E23-A5EA-2D4BA4A36EE4}" dt="2026-01-09T06:12:20.222" v="428" actId="478"/>
          <ac:picMkLst>
            <pc:docMk/>
            <pc:sldMk cId="440546239" sldId="259"/>
            <ac:picMk id="15" creationId="{529104B0-89FA-783D-BAA3-BFE0E3A152FA}"/>
          </ac:picMkLst>
        </pc:picChg>
      </pc:sldChg>
      <pc:sldChg chg="addSp delSp modSp mod modTransition">
        <pc:chgData name="mahmudin -" userId="10cffa2dd221bd58" providerId="LiveId" clId="{F8EB22CF-7481-4E23-A5EA-2D4BA4A36EE4}" dt="2026-01-09T06:28:55.903" v="506" actId="1076"/>
        <pc:sldMkLst>
          <pc:docMk/>
          <pc:sldMk cId="3571363124" sldId="260"/>
        </pc:sldMkLst>
        <pc:spChg chg="mod">
          <ac:chgData name="mahmudin -" userId="10cffa2dd221bd58" providerId="LiveId" clId="{F8EB22CF-7481-4E23-A5EA-2D4BA4A36EE4}" dt="2026-01-09T06:28:01.787" v="498" actId="20577"/>
          <ac:spMkLst>
            <pc:docMk/>
            <pc:sldMk cId="3571363124" sldId="260"/>
            <ac:spMk id="2" creationId="{BE322D8B-88AE-440D-A6DF-F83BAEC956B8}"/>
          </ac:spMkLst>
        </pc:spChg>
        <pc:spChg chg="mod">
          <ac:chgData name="mahmudin -" userId="10cffa2dd221bd58" providerId="LiveId" clId="{F8EB22CF-7481-4E23-A5EA-2D4BA4A36EE4}" dt="2026-01-09T06:27:36.469" v="494" actId="403"/>
          <ac:spMkLst>
            <pc:docMk/>
            <pc:sldMk cId="3571363124" sldId="260"/>
            <ac:spMk id="3" creationId="{5A70F2CC-BC7D-D077-4ACF-D23C182D67E4}"/>
          </ac:spMkLst>
        </pc:spChg>
        <pc:spChg chg="del">
          <ac:chgData name="mahmudin -" userId="10cffa2dd221bd58" providerId="LiveId" clId="{F8EB22CF-7481-4E23-A5EA-2D4BA4A36EE4}" dt="2026-01-09T05:18:37.150" v="245" actId="478"/>
          <ac:spMkLst>
            <pc:docMk/>
            <pc:sldMk cId="3571363124" sldId="260"/>
            <ac:spMk id="5" creationId="{FDBA0693-EAF6-43AE-5978-6769D2C4F1D3}"/>
          </ac:spMkLst>
        </pc:spChg>
        <pc:spChg chg="add mod">
          <ac:chgData name="mahmudin -" userId="10cffa2dd221bd58" providerId="LiveId" clId="{F8EB22CF-7481-4E23-A5EA-2D4BA4A36EE4}" dt="2026-01-09T06:28:55.903" v="506" actId="1076"/>
          <ac:spMkLst>
            <pc:docMk/>
            <pc:sldMk cId="3571363124" sldId="260"/>
            <ac:spMk id="6" creationId="{093B3BA9-6A01-20FC-542A-EC16ED8BD22D}"/>
          </ac:spMkLst>
        </pc:spChg>
        <pc:spChg chg="add mod">
          <ac:chgData name="mahmudin -" userId="10cffa2dd221bd58" providerId="LiveId" clId="{F8EB22CF-7481-4E23-A5EA-2D4BA4A36EE4}" dt="2026-01-09T06:28:50.507" v="505" actId="14100"/>
          <ac:spMkLst>
            <pc:docMk/>
            <pc:sldMk cId="3571363124" sldId="260"/>
            <ac:spMk id="7" creationId="{F451306D-DDED-3874-FF3F-D6BDC48AAE7C}"/>
          </ac:spMkLst>
        </pc:spChg>
      </pc:sldChg>
      <pc:sldChg chg="modSp mod modTransition">
        <pc:chgData name="mahmudin -" userId="10cffa2dd221bd58" providerId="LiveId" clId="{F8EB22CF-7481-4E23-A5EA-2D4BA4A36EE4}" dt="2026-01-09T06:15:09.393" v="446" actId="1076"/>
        <pc:sldMkLst>
          <pc:docMk/>
          <pc:sldMk cId="3752345471" sldId="261"/>
        </pc:sldMkLst>
        <pc:spChg chg="mod">
          <ac:chgData name="mahmudin -" userId="10cffa2dd221bd58" providerId="LiveId" clId="{F8EB22CF-7481-4E23-A5EA-2D4BA4A36EE4}" dt="2026-01-09T06:15:09.393" v="446" actId="1076"/>
          <ac:spMkLst>
            <pc:docMk/>
            <pc:sldMk cId="3752345471" sldId="261"/>
            <ac:spMk id="2" creationId="{D462DA93-9937-39DE-63C6-1450C82249A6}"/>
          </ac:spMkLst>
        </pc:spChg>
        <pc:spChg chg="mod">
          <ac:chgData name="mahmudin -" userId="10cffa2dd221bd58" providerId="LiveId" clId="{F8EB22CF-7481-4E23-A5EA-2D4BA4A36EE4}" dt="2026-01-09T06:14:21.678" v="443" actId="27636"/>
          <ac:spMkLst>
            <pc:docMk/>
            <pc:sldMk cId="3752345471" sldId="261"/>
            <ac:spMk id="3" creationId="{E2E4D9A9-C8F1-D8EA-86CC-03D644AAE837}"/>
          </ac:spMkLst>
        </pc:spChg>
        <pc:spChg chg="mod">
          <ac:chgData name="mahmudin -" userId="10cffa2dd221bd58" providerId="LiveId" clId="{F8EB22CF-7481-4E23-A5EA-2D4BA4A36EE4}" dt="2026-01-09T06:14:55.015" v="445" actId="14100"/>
          <ac:spMkLst>
            <pc:docMk/>
            <pc:sldMk cId="3752345471" sldId="261"/>
            <ac:spMk id="4" creationId="{171C752F-63C2-BB51-CE02-0F1C545BEFB6}"/>
          </ac:spMkLst>
        </pc:spChg>
      </pc:sldChg>
      <pc:sldChg chg="addSp modSp mod modTransition">
        <pc:chgData name="mahmudin -" userId="10cffa2dd221bd58" providerId="LiveId" clId="{F8EB22CF-7481-4E23-A5EA-2D4BA4A36EE4}" dt="2026-01-09T06:51:54.999" v="608"/>
        <pc:sldMkLst>
          <pc:docMk/>
          <pc:sldMk cId="2629351858" sldId="262"/>
        </pc:sldMkLst>
        <pc:spChg chg="mod">
          <ac:chgData name="mahmudin -" userId="10cffa2dd221bd58" providerId="LiveId" clId="{F8EB22CF-7481-4E23-A5EA-2D4BA4A36EE4}" dt="2026-01-09T06:39:29.403" v="558" actId="1076"/>
          <ac:spMkLst>
            <pc:docMk/>
            <pc:sldMk cId="2629351858" sldId="262"/>
            <ac:spMk id="2" creationId="{CF21DCDF-C9D3-009F-B7B3-4236338BEF77}"/>
          </ac:spMkLst>
        </pc:spChg>
        <pc:spChg chg="mod">
          <ac:chgData name="mahmudin -" userId="10cffa2dd221bd58" providerId="LiveId" clId="{F8EB22CF-7481-4E23-A5EA-2D4BA4A36EE4}" dt="2026-01-07T14:07:11.617" v="33" actId="207"/>
          <ac:spMkLst>
            <pc:docMk/>
            <pc:sldMk cId="2629351858" sldId="262"/>
            <ac:spMk id="3" creationId="{417F7346-EED6-EBB4-DBF7-5135896BBFDD}"/>
          </ac:spMkLst>
        </pc:spChg>
        <pc:spChg chg="mod">
          <ac:chgData name="mahmudin -" userId="10cffa2dd221bd58" providerId="LiveId" clId="{F8EB22CF-7481-4E23-A5EA-2D4BA4A36EE4}" dt="2026-01-09T06:39:34.428" v="559" actId="1076"/>
          <ac:spMkLst>
            <pc:docMk/>
            <pc:sldMk cId="2629351858" sldId="262"/>
            <ac:spMk id="4" creationId="{C81850F4-9B4A-3C75-BDAD-955482E21522}"/>
          </ac:spMkLst>
        </pc:spChg>
        <pc:spChg chg="mod">
          <ac:chgData name="mahmudin -" userId="10cffa2dd221bd58" providerId="LiveId" clId="{F8EB22CF-7481-4E23-A5EA-2D4BA4A36EE4}" dt="2026-01-09T06:39:37.991" v="560" actId="1076"/>
          <ac:spMkLst>
            <pc:docMk/>
            <pc:sldMk cId="2629351858" sldId="262"/>
            <ac:spMk id="5" creationId="{E224A00B-4242-6D9E-C4BA-A1213BC59B7D}"/>
          </ac:spMkLst>
        </pc:spChg>
        <pc:picChg chg="add mod ord">
          <ac:chgData name="mahmudin -" userId="10cffa2dd221bd58" providerId="LiveId" clId="{F8EB22CF-7481-4E23-A5EA-2D4BA4A36EE4}" dt="2026-01-09T06:48:17.489" v="594" actId="167"/>
          <ac:picMkLst>
            <pc:docMk/>
            <pc:sldMk cId="2629351858" sldId="262"/>
            <ac:picMk id="6" creationId="{8CC5EAC2-8776-A5EA-47D1-E53DCCA98B2D}"/>
          </ac:picMkLst>
        </pc:picChg>
        <pc:picChg chg="add mod">
          <ac:chgData name="mahmudin -" userId="10cffa2dd221bd58" providerId="LiveId" clId="{F8EB22CF-7481-4E23-A5EA-2D4BA4A36EE4}" dt="2026-01-09T06:50:30.480" v="600" actId="14861"/>
          <ac:picMkLst>
            <pc:docMk/>
            <pc:sldMk cId="2629351858" sldId="262"/>
            <ac:picMk id="7" creationId="{72790256-60C8-050F-7E01-36FDFF3DDB5E}"/>
          </ac:picMkLst>
        </pc:picChg>
      </pc:sldChg>
      <pc:sldChg chg="addSp modSp mod modTransition">
        <pc:chgData name="mahmudin -" userId="10cffa2dd221bd58" providerId="LiveId" clId="{F8EB22CF-7481-4E23-A5EA-2D4BA4A36EE4}" dt="2026-01-09T06:52:10.310" v="609"/>
        <pc:sldMkLst>
          <pc:docMk/>
          <pc:sldMk cId="2115722356" sldId="263"/>
        </pc:sldMkLst>
        <pc:picChg chg="add mod">
          <ac:chgData name="mahmudin -" userId="10cffa2dd221bd58" providerId="LiveId" clId="{F8EB22CF-7481-4E23-A5EA-2D4BA4A36EE4}" dt="2026-01-09T06:41:02.324" v="565" actId="1440"/>
          <ac:picMkLst>
            <pc:docMk/>
            <pc:sldMk cId="2115722356" sldId="263"/>
            <ac:picMk id="3" creationId="{494A68B6-F979-1555-D5F7-2C8498705243}"/>
          </ac:picMkLst>
        </pc:picChg>
      </pc:sldChg>
      <pc:sldChg chg="addSp delSp modSp new mod modTransition">
        <pc:chgData name="mahmudin -" userId="10cffa2dd221bd58" providerId="LiveId" clId="{F8EB22CF-7481-4E23-A5EA-2D4BA4A36EE4}" dt="2026-01-09T06:51:28.811" v="605"/>
        <pc:sldMkLst>
          <pc:docMk/>
          <pc:sldMk cId="318955455" sldId="264"/>
        </pc:sldMkLst>
        <pc:spChg chg="del mod">
          <ac:chgData name="mahmudin -" userId="10cffa2dd221bd58" providerId="LiveId" clId="{F8EB22CF-7481-4E23-A5EA-2D4BA4A36EE4}" dt="2026-01-09T05:21:52.235" v="268" actId="478"/>
          <ac:spMkLst>
            <pc:docMk/>
            <pc:sldMk cId="318955455" sldId="264"/>
            <ac:spMk id="2" creationId="{62413E1C-BA85-30C2-FB62-F8AFB3FD78C0}"/>
          </ac:spMkLst>
        </pc:spChg>
        <pc:spChg chg="del">
          <ac:chgData name="mahmudin -" userId="10cffa2dd221bd58" providerId="LiveId" clId="{F8EB22CF-7481-4E23-A5EA-2D4BA4A36EE4}" dt="2026-01-09T05:21:55.731" v="269" actId="478"/>
          <ac:spMkLst>
            <pc:docMk/>
            <pc:sldMk cId="318955455" sldId="264"/>
            <ac:spMk id="3" creationId="{B0BA8A6D-8581-EB81-760F-6DDBC20AEB78}"/>
          </ac:spMkLst>
        </pc:spChg>
        <pc:spChg chg="add mod">
          <ac:chgData name="mahmudin -" userId="10cffa2dd221bd58" providerId="LiveId" clId="{F8EB22CF-7481-4E23-A5EA-2D4BA4A36EE4}" dt="2026-01-09T06:44:34.057" v="576" actId="20577"/>
          <ac:spMkLst>
            <pc:docMk/>
            <pc:sldMk cId="318955455" sldId="264"/>
            <ac:spMk id="4" creationId="{3048DB2B-3FBC-A614-A6B1-356F2992C5C4}"/>
          </ac:spMkLst>
        </pc:spChg>
        <pc:spChg chg="add mod">
          <ac:chgData name="mahmudin -" userId="10cffa2dd221bd58" providerId="LiveId" clId="{F8EB22CF-7481-4E23-A5EA-2D4BA4A36EE4}" dt="2026-01-09T06:44:48.476" v="579" actId="14100"/>
          <ac:spMkLst>
            <pc:docMk/>
            <pc:sldMk cId="318955455" sldId="264"/>
            <ac:spMk id="5" creationId="{34C56CC0-5060-A1FC-73CB-16EFE18B09CD}"/>
          </ac:spMkLst>
        </pc:spChg>
        <pc:spChg chg="add mod">
          <ac:chgData name="mahmudin -" userId="10cffa2dd221bd58" providerId="LiveId" clId="{F8EB22CF-7481-4E23-A5EA-2D4BA4A36EE4}" dt="2026-01-09T06:45:01.810" v="582" actId="14100"/>
          <ac:spMkLst>
            <pc:docMk/>
            <pc:sldMk cId="318955455" sldId="264"/>
            <ac:spMk id="6" creationId="{F977BCA3-8C15-2058-3D70-DD4850E3BC96}"/>
          </ac:spMkLst>
        </pc:spChg>
        <pc:spChg chg="add mod">
          <ac:chgData name="mahmudin -" userId="10cffa2dd221bd58" providerId="LiveId" clId="{F8EB22CF-7481-4E23-A5EA-2D4BA4A36EE4}" dt="2026-01-09T06:45:56.860" v="589" actId="12"/>
          <ac:spMkLst>
            <pc:docMk/>
            <pc:sldMk cId="318955455" sldId="264"/>
            <ac:spMk id="7" creationId="{03DDD64C-8A87-E30A-F4F5-8AAD8F312236}"/>
          </ac:spMkLst>
        </pc:spChg>
      </pc:sldChg>
      <pc:sldChg chg="addSp delSp modSp new mod modTransition">
        <pc:chgData name="mahmudin -" userId="10cffa2dd221bd58" providerId="LiveId" clId="{F8EB22CF-7481-4E23-A5EA-2D4BA4A36EE4}" dt="2026-01-09T06:51:39.568" v="606"/>
        <pc:sldMkLst>
          <pc:docMk/>
          <pc:sldMk cId="1310058173" sldId="265"/>
        </pc:sldMkLst>
        <pc:spChg chg="mod">
          <ac:chgData name="mahmudin -" userId="10cffa2dd221bd58" providerId="LiveId" clId="{F8EB22CF-7481-4E23-A5EA-2D4BA4A36EE4}" dt="2026-01-09T06:33:50.332" v="527" actId="3062"/>
          <ac:spMkLst>
            <pc:docMk/>
            <pc:sldMk cId="1310058173" sldId="265"/>
            <ac:spMk id="2" creationId="{5126A595-4745-9D97-A8F5-50BB33975477}"/>
          </ac:spMkLst>
        </pc:spChg>
        <pc:spChg chg="add del">
          <ac:chgData name="mahmudin -" userId="10cffa2dd221bd58" providerId="LiveId" clId="{F8EB22CF-7481-4E23-A5EA-2D4BA4A36EE4}" dt="2026-01-09T05:30:47.314" v="333"/>
          <ac:spMkLst>
            <pc:docMk/>
            <pc:sldMk cId="1310058173" sldId="265"/>
            <ac:spMk id="3" creationId="{3EDA7C09-5D3B-61E9-DD31-C3DA87B5E510}"/>
          </ac:spMkLst>
        </pc:spChg>
        <pc:spChg chg="add mod">
          <ac:chgData name="mahmudin -" userId="10cffa2dd221bd58" providerId="LiveId" clId="{F8EB22CF-7481-4E23-A5EA-2D4BA4A36EE4}" dt="2026-01-09T05:30:43.935" v="332"/>
          <ac:spMkLst>
            <pc:docMk/>
            <pc:sldMk cId="1310058173" sldId="265"/>
            <ac:spMk id="4" creationId="{C4A11487-9990-D45A-D00F-B35062EA0A3D}"/>
          </ac:spMkLst>
        </pc:spChg>
        <pc:spChg chg="add mod">
          <ac:chgData name="mahmudin -" userId="10cffa2dd221bd58" providerId="LiveId" clId="{F8EB22CF-7481-4E23-A5EA-2D4BA4A36EE4}" dt="2026-01-09T06:34:24.987" v="529" actId="207"/>
          <ac:spMkLst>
            <pc:docMk/>
            <pc:sldMk cId="1310058173" sldId="265"/>
            <ac:spMk id="5" creationId="{D5EBACC4-1CC7-52D9-18EA-4822B6FD884D}"/>
          </ac:spMkLst>
        </pc:spChg>
        <pc:spChg chg="add ord">
          <ac:chgData name="mahmudin -" userId="10cffa2dd221bd58" providerId="LiveId" clId="{F8EB22CF-7481-4E23-A5EA-2D4BA4A36EE4}" dt="2026-01-09T06:31:43.334" v="516" actId="167"/>
          <ac:spMkLst>
            <pc:docMk/>
            <pc:sldMk cId="1310058173" sldId="265"/>
            <ac:spMk id="7" creationId="{E8012EFC-9644-E799-A625-C586219415C1}"/>
          </ac:spMkLst>
        </pc:spChg>
        <pc:picChg chg="add ord">
          <ac:chgData name="mahmudin -" userId="10cffa2dd221bd58" providerId="LiveId" clId="{F8EB22CF-7481-4E23-A5EA-2D4BA4A36EE4}" dt="2026-01-09T06:31:22.521" v="514" actId="167"/>
          <ac:picMkLst>
            <pc:docMk/>
            <pc:sldMk cId="1310058173" sldId="265"/>
            <ac:picMk id="6" creationId="{9440EC90-A186-A1CD-D91F-F69AA6C7D896}"/>
          </ac:picMkLst>
        </pc:picChg>
      </pc:sldChg>
      <pc:sldChg chg="addSp delSp modSp new del mod">
        <pc:chgData name="mahmudin -" userId="10cffa2dd221bd58" providerId="LiveId" clId="{F8EB22CF-7481-4E23-A5EA-2D4BA4A36EE4}" dt="2026-01-09T05:29:54.225" v="327" actId="680"/>
        <pc:sldMkLst>
          <pc:docMk/>
          <pc:sldMk cId="3687917750" sldId="265"/>
        </pc:sldMkLst>
        <pc:spChg chg="add del mod">
          <ac:chgData name="mahmudin -" userId="10cffa2dd221bd58" providerId="LiveId" clId="{F8EB22CF-7481-4E23-A5EA-2D4BA4A36EE4}" dt="2026-01-09T05:29:52.364" v="326"/>
          <ac:spMkLst>
            <pc:docMk/>
            <pc:sldMk cId="3687917750" sldId="265"/>
            <ac:spMk id="2" creationId="{C0094836-9AAD-13E7-DC73-477E4E767278}"/>
          </ac:spMkLst>
        </pc:spChg>
        <pc:spChg chg="add del">
          <ac:chgData name="mahmudin -" userId="10cffa2dd221bd58" providerId="LiveId" clId="{F8EB22CF-7481-4E23-A5EA-2D4BA4A36EE4}" dt="2026-01-09T05:29:30.037" v="319" actId="478"/>
          <ac:spMkLst>
            <pc:docMk/>
            <pc:sldMk cId="3687917750" sldId="265"/>
            <ac:spMk id="3" creationId="{1FF12B8A-C6B7-5212-8B0A-2155CBE9A940}"/>
          </ac:spMkLst>
        </pc:spChg>
        <pc:spChg chg="add del mod">
          <ac:chgData name="mahmudin -" userId="10cffa2dd221bd58" providerId="LiveId" clId="{F8EB22CF-7481-4E23-A5EA-2D4BA4A36EE4}" dt="2026-01-09T05:29:31.368" v="320" actId="11529"/>
          <ac:spMkLst>
            <pc:docMk/>
            <pc:sldMk cId="3687917750" sldId="265"/>
            <ac:spMk id="4" creationId="{6F54041F-E5BC-A130-EB4D-8E6F99EBE04E}"/>
          </ac:spMkLst>
        </pc:spChg>
        <pc:spChg chg="add del mod">
          <ac:chgData name="mahmudin -" userId="10cffa2dd221bd58" providerId="LiveId" clId="{F8EB22CF-7481-4E23-A5EA-2D4BA4A36EE4}" dt="2026-01-09T05:29:29.407" v="318" actId="11529"/>
          <ac:spMkLst>
            <pc:docMk/>
            <pc:sldMk cId="3687917750" sldId="265"/>
            <ac:spMk id="5" creationId="{D2F689C5-696B-1B00-B5C7-76C9F96DFE3B}"/>
          </ac:spMkLst>
        </pc:spChg>
        <pc:spChg chg="add">
          <ac:chgData name="mahmudin -" userId="10cffa2dd221bd58" providerId="LiveId" clId="{F8EB22CF-7481-4E23-A5EA-2D4BA4A36EE4}" dt="2026-01-09T05:26:37.851" v="287"/>
          <ac:spMkLst>
            <pc:docMk/>
            <pc:sldMk cId="3687917750" sldId="265"/>
            <ac:spMk id="6" creationId="{4F574B35-DDB8-7B22-B16F-46609A593504}"/>
          </ac:spMkLst>
        </pc:spChg>
        <pc:spChg chg="add">
          <ac:chgData name="mahmudin -" userId="10cffa2dd221bd58" providerId="LiveId" clId="{F8EB22CF-7481-4E23-A5EA-2D4BA4A36EE4}" dt="2026-01-09T05:26:42.474" v="288"/>
          <ac:spMkLst>
            <pc:docMk/>
            <pc:sldMk cId="3687917750" sldId="265"/>
            <ac:spMk id="7" creationId="{1985C55E-522C-75CE-FAE7-DC3ECB9CB9AA}"/>
          </ac:spMkLst>
        </pc:spChg>
        <pc:spChg chg="add">
          <ac:chgData name="mahmudin -" userId="10cffa2dd221bd58" providerId="LiveId" clId="{F8EB22CF-7481-4E23-A5EA-2D4BA4A36EE4}" dt="2026-01-09T05:26:46.846" v="289"/>
          <ac:spMkLst>
            <pc:docMk/>
            <pc:sldMk cId="3687917750" sldId="265"/>
            <ac:spMk id="8" creationId="{DBBFBB52-C80B-266D-4BDB-D0FBD4979B86}"/>
          </ac:spMkLst>
        </pc:spChg>
        <pc:spChg chg="add">
          <ac:chgData name="mahmudin -" userId="10cffa2dd221bd58" providerId="LiveId" clId="{F8EB22CF-7481-4E23-A5EA-2D4BA4A36EE4}" dt="2026-01-09T05:27:08.698" v="293"/>
          <ac:spMkLst>
            <pc:docMk/>
            <pc:sldMk cId="3687917750" sldId="265"/>
            <ac:spMk id="9" creationId="{D7BC798C-1819-FFAE-6705-3568DAB79F5E}"/>
          </ac:spMkLst>
        </pc:spChg>
        <pc:spChg chg="add del">
          <ac:chgData name="mahmudin -" userId="10cffa2dd221bd58" providerId="LiveId" clId="{F8EB22CF-7481-4E23-A5EA-2D4BA4A36EE4}" dt="2026-01-09T05:29:26.370" v="313" actId="11529"/>
          <ac:spMkLst>
            <pc:docMk/>
            <pc:sldMk cId="3687917750" sldId="265"/>
            <ac:spMk id="10" creationId="{2A4CACF2-3FF3-9937-AEEC-A24A7FD99458}"/>
          </ac:spMkLst>
        </pc:spChg>
        <pc:spChg chg="add">
          <ac:chgData name="mahmudin -" userId="10cffa2dd221bd58" providerId="LiveId" clId="{F8EB22CF-7481-4E23-A5EA-2D4BA4A36EE4}" dt="2026-01-09T05:27:26.061" v="296"/>
          <ac:spMkLst>
            <pc:docMk/>
            <pc:sldMk cId="3687917750" sldId="265"/>
            <ac:spMk id="11" creationId="{6164832E-D066-93EA-7F64-97469C9BAFF3}"/>
          </ac:spMkLst>
        </pc:spChg>
        <pc:spChg chg="add">
          <ac:chgData name="mahmudin -" userId="10cffa2dd221bd58" providerId="LiveId" clId="{F8EB22CF-7481-4E23-A5EA-2D4BA4A36EE4}" dt="2026-01-09T05:27:31.612" v="297"/>
          <ac:spMkLst>
            <pc:docMk/>
            <pc:sldMk cId="3687917750" sldId="265"/>
            <ac:spMk id="12" creationId="{A21DA9EC-879B-57F5-9E87-CE26368B3AB4}"/>
          </ac:spMkLst>
        </pc:spChg>
        <pc:spChg chg="add del mod">
          <ac:chgData name="mahmudin -" userId="10cffa2dd221bd58" providerId="LiveId" clId="{F8EB22CF-7481-4E23-A5EA-2D4BA4A36EE4}" dt="2026-01-09T05:29:24.739" v="310" actId="11529"/>
          <ac:spMkLst>
            <pc:docMk/>
            <pc:sldMk cId="3687917750" sldId="265"/>
            <ac:spMk id="13" creationId="{57AC9F8F-6845-374D-84E6-7EBFA941ED59}"/>
          </ac:spMkLst>
        </pc:spChg>
        <pc:spChg chg="add mod">
          <ac:chgData name="mahmudin -" userId="10cffa2dd221bd58" providerId="LiveId" clId="{F8EB22CF-7481-4E23-A5EA-2D4BA4A36EE4}" dt="2026-01-09T05:28:54.832" v="303" actId="14100"/>
          <ac:spMkLst>
            <pc:docMk/>
            <pc:sldMk cId="3687917750" sldId="265"/>
            <ac:spMk id="14" creationId="{D37ECEEC-FCAC-2561-4616-91268985F5FD}"/>
          </ac:spMkLst>
        </pc:spChg>
      </pc:sldChg>
      <pc:sldChg chg="addSp modSp new mod">
        <pc:chgData name="mahmudin -" userId="10cffa2dd221bd58" providerId="LiveId" clId="{F8EB22CF-7481-4E23-A5EA-2D4BA4A36EE4}" dt="2026-01-09T06:37:57.690" v="547" actId="403"/>
        <pc:sldMkLst>
          <pc:docMk/>
          <pc:sldMk cId="1929740902" sldId="266"/>
        </pc:sldMkLst>
        <pc:spChg chg="mod">
          <ac:chgData name="mahmudin -" userId="10cffa2dd221bd58" providerId="LiveId" clId="{F8EB22CF-7481-4E23-A5EA-2D4BA4A36EE4}" dt="2026-01-09T06:37:12.785" v="543" actId="207"/>
          <ac:spMkLst>
            <pc:docMk/>
            <pc:sldMk cId="1929740902" sldId="266"/>
            <ac:spMk id="2" creationId="{28FBF0D8-FBD0-2469-283B-DB575A5BA89A}"/>
          </ac:spMkLst>
        </pc:spChg>
        <pc:spChg chg="mod">
          <ac:chgData name="mahmudin -" userId="10cffa2dd221bd58" providerId="LiveId" clId="{F8EB22CF-7481-4E23-A5EA-2D4BA4A36EE4}" dt="2026-01-09T06:37:57.690" v="547" actId="403"/>
          <ac:spMkLst>
            <pc:docMk/>
            <pc:sldMk cId="1929740902" sldId="266"/>
            <ac:spMk id="3" creationId="{98C0E88C-2F6C-AD01-3316-E2286E5EB626}"/>
          </ac:spMkLst>
        </pc:spChg>
        <pc:picChg chg="add mod ord">
          <ac:chgData name="mahmudin -" userId="10cffa2dd221bd58" providerId="LiveId" clId="{F8EB22CF-7481-4E23-A5EA-2D4BA4A36EE4}" dt="2026-01-09T06:36:29.795" v="540" actId="167"/>
          <ac:picMkLst>
            <pc:docMk/>
            <pc:sldMk cId="1929740902" sldId="266"/>
            <ac:picMk id="4" creationId="{83948ED0-FA2F-FDDE-46B2-2B007852DAF9}"/>
          </ac:picMkLst>
        </pc:picChg>
      </pc:sldChg>
      <pc:sldChg chg="addSp delSp modSp new mod modTransition">
        <pc:chgData name="mahmudin -" userId="10cffa2dd221bd58" providerId="LiveId" clId="{F8EB22CF-7481-4E23-A5EA-2D4BA4A36EE4}" dt="2026-01-09T06:51:45.793" v="607"/>
        <pc:sldMkLst>
          <pc:docMk/>
          <pc:sldMk cId="3120614322" sldId="267"/>
        </pc:sldMkLst>
        <pc:spChg chg="mod">
          <ac:chgData name="mahmudin -" userId="10cffa2dd221bd58" providerId="LiveId" clId="{F8EB22CF-7481-4E23-A5EA-2D4BA4A36EE4}" dt="2026-01-09T06:39:04.988" v="557" actId="27636"/>
          <ac:spMkLst>
            <pc:docMk/>
            <pc:sldMk cId="3120614322" sldId="267"/>
            <ac:spMk id="2" creationId="{6B06EC45-AD46-B1C7-A757-15992F268FB0}"/>
          </ac:spMkLst>
        </pc:spChg>
        <pc:spChg chg="del">
          <ac:chgData name="mahmudin -" userId="10cffa2dd221bd58" providerId="LiveId" clId="{F8EB22CF-7481-4E23-A5EA-2D4BA4A36EE4}" dt="2026-01-09T05:58:28.126" v="356" actId="3680"/>
          <ac:spMkLst>
            <pc:docMk/>
            <pc:sldMk cId="3120614322" sldId="267"/>
            <ac:spMk id="3" creationId="{1F433A3A-20A9-1A65-2C81-042C2BF7CF39}"/>
          </ac:spMkLst>
        </pc:spChg>
        <pc:spChg chg="add mod">
          <ac:chgData name="mahmudin -" userId="10cffa2dd221bd58" providerId="LiveId" clId="{F8EB22CF-7481-4E23-A5EA-2D4BA4A36EE4}" dt="2026-01-09T06:02:53.104" v="407" actId="20577"/>
          <ac:spMkLst>
            <pc:docMk/>
            <pc:sldMk cId="3120614322" sldId="267"/>
            <ac:spMk id="5" creationId="{F563EA80-FF7B-6F86-6C89-A082C63FC979}"/>
          </ac:spMkLst>
        </pc:spChg>
        <pc:graphicFrameChg chg="add mod ord modGraphic">
          <ac:chgData name="mahmudin -" userId="10cffa2dd221bd58" providerId="LiveId" clId="{F8EB22CF-7481-4E23-A5EA-2D4BA4A36EE4}" dt="2026-01-09T06:38:45.258" v="548" actId="12385"/>
          <ac:graphicFrameMkLst>
            <pc:docMk/>
            <pc:sldMk cId="3120614322" sldId="267"/>
            <ac:graphicFrameMk id="4" creationId="{B82A6A22-2650-69C4-9D71-EB39785E2BAF}"/>
          </ac:graphicFrameMkLst>
        </pc:graphicFrameChg>
      </pc:sldChg>
      <pc:sldMasterChg chg="setBg">
        <pc:chgData name="mahmudin -" userId="10cffa2dd221bd58" providerId="LiveId" clId="{F8EB22CF-7481-4E23-A5EA-2D4BA4A36EE4}" dt="2026-01-07T14:10:10.880" v="40"/>
        <pc:sldMasterMkLst>
          <pc:docMk/>
          <pc:sldMasterMk cId="3746765120" sldId="214748366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5FC83-DC64-48BC-BA8D-88A88E774F0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Tampungan Catata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B7D7A-03CC-424D-833B-A1AEAE723A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7783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B7D7A-03CC-424D-833B-A1AEAE723AE7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4711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d-ID"/>
              <a:t>Klik untuk mengedit gaya subjudul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835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1793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049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8316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28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253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071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171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1153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mbar Panorama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4563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 d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29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utipa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705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u N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3499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u Nama dengan Kutip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931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ar atau Sa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55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104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33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B2C0B0D-41C2-4827-8AE9-880C2DA0C76D}" type="datetimeFigureOut">
              <a:rPr lang="en-ID" smtClean="0"/>
              <a:t>09/01/2026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BEB1BA0-F9CF-4D70-A0CE-F896C02403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67651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nah: Kanan 7">
            <a:extLst>
              <a:ext uri="{FF2B5EF4-FFF2-40B4-BE49-F238E27FC236}">
                <a16:creationId xmlns:a16="http://schemas.microsoft.com/office/drawing/2014/main" id="{BB1BFC7E-ADFF-4417-5B21-E99515E8D42D}"/>
              </a:ext>
            </a:extLst>
          </p:cNvPr>
          <p:cNvSpPr/>
          <p:nvPr/>
        </p:nvSpPr>
        <p:spPr>
          <a:xfrm>
            <a:off x="4746171" y="2884715"/>
            <a:ext cx="7130143" cy="4093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1A58E2-9159-2777-EB32-16F0B7D4A300}"/>
              </a:ext>
            </a:extLst>
          </p:cNvPr>
          <p:cNvSpPr/>
          <p:nvPr/>
        </p:nvSpPr>
        <p:spPr>
          <a:xfrm>
            <a:off x="141514" y="1242105"/>
            <a:ext cx="6237515" cy="20029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AutoShape 6" descr="7 Kumpulan Kaligrafi Bismillah Berwarna Terindah Gambar Kaligrafi Arab ...">
            <a:extLst>
              <a:ext uri="{FF2B5EF4-FFF2-40B4-BE49-F238E27FC236}">
                <a16:creationId xmlns:a16="http://schemas.microsoft.com/office/drawing/2014/main" id="{16DD3702-C100-2583-83A9-0CBA88A6CC6D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 bwMode="auto">
          <a:xfrm>
            <a:off x="-1033796" y="1122361"/>
            <a:ext cx="8588133" cy="2242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ar-AE" dirty="0"/>
              <a:t>بِسْمِ اللَّهِ الرَّحْمَٰنِ الرَّحِيمِ</a:t>
            </a:r>
            <a:endParaRPr lang="en-ID" dirty="0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DC9EC639-848E-679B-E139-FB4C1416F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8486" y="4788014"/>
            <a:ext cx="9144000" cy="1655762"/>
          </a:xfrm>
        </p:spPr>
        <p:txBody>
          <a:bodyPr>
            <a:normAutofit/>
          </a:bodyPr>
          <a:lstStyle/>
          <a:p>
            <a:r>
              <a:rPr lang="ar-AE" dirty="0"/>
              <a:t>ٱ</a:t>
            </a:r>
            <a:r>
              <a:rPr lang="ar-AE" sz="4400" dirty="0"/>
              <a:t>لسَّلَامُ عَلَيْكُمْ وَرَحْمَةُ ٱللَّٰهِ وَبَرَكَاتُهُ</a:t>
            </a:r>
            <a:endParaRPr lang="en-ID" sz="4400" dirty="0"/>
          </a:p>
        </p:txBody>
      </p:sp>
    </p:spTree>
    <p:extLst>
      <p:ext uri="{BB962C8B-B14F-4D97-AF65-F5344CB8AC3E}">
        <p14:creationId xmlns:p14="http://schemas.microsoft.com/office/powerpoint/2010/main" val="22404277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segi Panjang: Sudut Lengkung 3">
            <a:extLst>
              <a:ext uri="{FF2B5EF4-FFF2-40B4-BE49-F238E27FC236}">
                <a16:creationId xmlns:a16="http://schemas.microsoft.com/office/drawing/2014/main" id="{171C752F-63C2-BB51-CE02-0F1C545BEFB6}"/>
              </a:ext>
            </a:extLst>
          </p:cNvPr>
          <p:cNvSpPr/>
          <p:nvPr/>
        </p:nvSpPr>
        <p:spPr>
          <a:xfrm>
            <a:off x="1687286" y="593952"/>
            <a:ext cx="8420100" cy="19341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Judul 1">
            <a:extLst>
              <a:ext uri="{FF2B5EF4-FFF2-40B4-BE49-F238E27FC236}">
                <a16:creationId xmlns:a16="http://schemas.microsoft.com/office/drawing/2014/main" id="{D462DA93-9937-39DE-63C6-1450C822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1" y="738640"/>
            <a:ext cx="9601196" cy="146715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BAB 2</a:t>
            </a:r>
            <a:br>
              <a:rPr lang="en-US" dirty="0"/>
            </a:br>
            <a:r>
              <a:rPr lang="en-US" dirty="0"/>
              <a:t>MARI MENGENAL ALLOH SWT MELALUI ASMAUL HUSNA</a:t>
            </a:r>
            <a:endParaRPr lang="en-ID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E2E4D9A9-C8F1-D8EA-86CC-03D644AAE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3" y="3178629"/>
            <a:ext cx="9361714" cy="3085419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s-ES" sz="5700" b="1" dirty="0" err="1"/>
              <a:t>Memahami</a:t>
            </a:r>
            <a:r>
              <a:rPr lang="es-ES" sz="5700" b="1" dirty="0"/>
              <a:t> </a:t>
            </a:r>
            <a:r>
              <a:rPr lang="es-ES" sz="5700" b="1" dirty="0" err="1"/>
              <a:t>Makna</a:t>
            </a:r>
            <a:r>
              <a:rPr lang="es-ES" sz="5700" b="1" dirty="0"/>
              <a:t> Al-Hafiz, Al-Wali, Al-Alim, dan Al-</a:t>
            </a:r>
            <a:r>
              <a:rPr lang="es-ES" sz="5700" b="1" dirty="0" err="1"/>
              <a:t>Khabir</a:t>
            </a:r>
            <a:endParaRPr lang="en-US" sz="5700" b="1" dirty="0"/>
          </a:p>
          <a:p>
            <a:pPr marL="0" indent="0" algn="ctr">
              <a:buNone/>
            </a:pPr>
            <a:r>
              <a:rPr lang="en-US" dirty="0"/>
              <a:t>SDN 7 HEGARSARI</a:t>
            </a:r>
          </a:p>
          <a:p>
            <a:pPr marL="0" indent="0" algn="ctr">
              <a:buNone/>
            </a:pPr>
            <a:r>
              <a:rPr lang="en-US" dirty="0"/>
              <a:t>MATA PELAJARAN PAI</a:t>
            </a:r>
          </a:p>
          <a:p>
            <a:pPr marL="0" indent="0" algn="ctr">
              <a:buNone/>
            </a:pPr>
            <a:r>
              <a:rPr lang="en-US" dirty="0"/>
              <a:t>KELAS 2 SD</a:t>
            </a:r>
          </a:p>
          <a:p>
            <a:pPr marL="0" indent="0" algn="ctr">
              <a:buNone/>
            </a:pPr>
            <a:r>
              <a:rPr lang="en-ID" dirty="0" err="1"/>
              <a:t>MAHMUDIN,S.Pd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5234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ambar 10">
            <a:extLst>
              <a:ext uri="{FF2B5EF4-FFF2-40B4-BE49-F238E27FC236}">
                <a16:creationId xmlns:a16="http://schemas.microsoft.com/office/drawing/2014/main" id="{E5070584-51BE-B568-169E-F8CBAA2D7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ersegi: Sudut Diagonal Terpotong 3">
            <a:extLst>
              <a:ext uri="{FF2B5EF4-FFF2-40B4-BE49-F238E27FC236}">
                <a16:creationId xmlns:a16="http://schemas.microsoft.com/office/drawing/2014/main" id="{51EE3ADA-37C7-970A-4EE2-44F38D953456}"/>
              </a:ext>
            </a:extLst>
          </p:cNvPr>
          <p:cNvSpPr/>
          <p:nvPr/>
        </p:nvSpPr>
        <p:spPr>
          <a:xfrm>
            <a:off x="141514" y="17008"/>
            <a:ext cx="4822372" cy="1001486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Judul 1">
            <a:extLst>
              <a:ext uri="{FF2B5EF4-FFF2-40B4-BE49-F238E27FC236}">
                <a16:creationId xmlns:a16="http://schemas.microsoft.com/office/drawing/2014/main" id="{16C4ED6B-181D-2C77-EA9E-7AFF7C7F3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" y="17008"/>
            <a:ext cx="4822372" cy="1001486"/>
          </a:xfrm>
        </p:spPr>
        <p:txBody>
          <a:bodyPr/>
          <a:lstStyle/>
          <a:p>
            <a:r>
              <a:rPr lang="en-US" dirty="0"/>
              <a:t>PENDAHULUAN</a:t>
            </a:r>
            <a:endParaRPr lang="en-ID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45F823DF-0A9A-03FE-BE68-37835A4F6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370" y="1823357"/>
            <a:ext cx="2862943" cy="111034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indent="0" algn="ctr" fontAlgn="base">
              <a:buNone/>
            </a:pPr>
            <a:r>
              <a:rPr lang="en-US" b="1" dirty="0"/>
              <a:t>APA ITU ASMAUL HUSNA?</a:t>
            </a:r>
            <a:endParaRPr lang="en-ID" dirty="0"/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A493E220-4A37-6683-BA69-0FF9D3CB5297}"/>
              </a:ext>
            </a:extLst>
          </p:cNvPr>
          <p:cNvSpPr/>
          <p:nvPr/>
        </p:nvSpPr>
        <p:spPr>
          <a:xfrm>
            <a:off x="7162801" y="1823357"/>
            <a:ext cx="2982686" cy="11103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NAMA </a:t>
            </a:r>
            <a:r>
              <a:rPr lang="en-US" dirty="0" err="1"/>
              <a:t>NAMA</a:t>
            </a:r>
            <a:r>
              <a:rPr lang="en-US" dirty="0"/>
              <a:t> ALLOH YANG BAIK DAN INDAH</a:t>
            </a:r>
            <a:endParaRPr lang="en-ID" dirty="0"/>
          </a:p>
        </p:txBody>
      </p:sp>
      <p:sp>
        <p:nvSpPr>
          <p:cNvPr id="7" name="Persegi Panjang: Sudut Lengkung 6">
            <a:extLst>
              <a:ext uri="{FF2B5EF4-FFF2-40B4-BE49-F238E27FC236}">
                <a16:creationId xmlns:a16="http://schemas.microsoft.com/office/drawing/2014/main" id="{18FB6836-7545-7C6B-E61E-F8A932C7AD2E}"/>
              </a:ext>
            </a:extLst>
          </p:cNvPr>
          <p:cNvSpPr/>
          <p:nvPr/>
        </p:nvSpPr>
        <p:spPr>
          <a:xfrm>
            <a:off x="3429000" y="3705906"/>
            <a:ext cx="5377543" cy="24662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400" b="1" dirty="0"/>
              <a:t>Tujuan Pembelajaran:</a:t>
            </a:r>
            <a:r>
              <a:rPr lang="sv-SE" sz="2400" dirty="0"/>
              <a:t> </a:t>
            </a:r>
          </a:p>
          <a:p>
            <a:pPr marL="342900" indent="-342900" algn="ctr">
              <a:buAutoNum type="arabicPeriod"/>
            </a:pPr>
            <a:r>
              <a:rPr lang="sv-SE" sz="2400" dirty="0"/>
              <a:t>Mengerti makna 4 Asmaul Husna.</a:t>
            </a:r>
          </a:p>
          <a:p>
            <a:pPr algn="ctr"/>
            <a:r>
              <a:rPr lang="sv-SE" sz="2400" dirty="0"/>
              <a:t>2. Meneladani sifat Allah dalam kehidupan sehari-hari. </a:t>
            </a:r>
          </a:p>
          <a:p>
            <a:pPr algn="ctr"/>
            <a:r>
              <a:rPr lang="sv-SE" sz="2400" dirty="0"/>
              <a:t>3. Meningkatkan iman dan takwa.</a:t>
            </a:r>
            <a:endParaRPr lang="en-ID" sz="2400" dirty="0"/>
          </a:p>
        </p:txBody>
      </p:sp>
      <p:sp>
        <p:nvSpPr>
          <p:cNvPr id="10" name="Panah: Kanan 9">
            <a:extLst>
              <a:ext uri="{FF2B5EF4-FFF2-40B4-BE49-F238E27FC236}">
                <a16:creationId xmlns:a16="http://schemas.microsoft.com/office/drawing/2014/main" id="{ACE845E0-8EEE-C4FE-073D-A7ABAB58DAB6}"/>
              </a:ext>
            </a:extLst>
          </p:cNvPr>
          <p:cNvSpPr/>
          <p:nvPr/>
        </p:nvSpPr>
        <p:spPr>
          <a:xfrm>
            <a:off x="5334000" y="2177143"/>
            <a:ext cx="1132114" cy="4027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06565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ambar 8">
            <a:extLst>
              <a:ext uri="{FF2B5EF4-FFF2-40B4-BE49-F238E27FC236}">
                <a16:creationId xmlns:a16="http://schemas.microsoft.com/office/drawing/2014/main" id="{A2CACB55-BF86-26B4-6036-361AC3BFB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64829"/>
          </a:xfrm>
          <a:prstGeom prst="rect">
            <a:avLst/>
          </a:prstGeom>
        </p:spPr>
      </p:pic>
      <p:sp>
        <p:nvSpPr>
          <p:cNvPr id="4" name="Persegi: Sudut Diagonal Terpotong 3">
            <a:extLst>
              <a:ext uri="{FF2B5EF4-FFF2-40B4-BE49-F238E27FC236}">
                <a16:creationId xmlns:a16="http://schemas.microsoft.com/office/drawing/2014/main" id="{5252D594-27F6-311D-B83D-24E99171DF44}"/>
              </a:ext>
            </a:extLst>
          </p:cNvPr>
          <p:cNvSpPr/>
          <p:nvPr/>
        </p:nvSpPr>
        <p:spPr>
          <a:xfrm>
            <a:off x="1153886" y="365125"/>
            <a:ext cx="4789714" cy="886732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Judul 1">
            <a:extLst>
              <a:ext uri="{FF2B5EF4-FFF2-40B4-BE49-F238E27FC236}">
                <a16:creationId xmlns:a16="http://schemas.microsoft.com/office/drawing/2014/main" id="{46121936-1BA6-91AB-1709-720E84EA1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78429" y="161697"/>
            <a:ext cx="10515600" cy="1325563"/>
          </a:xfrm>
        </p:spPr>
        <p:txBody>
          <a:bodyPr/>
          <a:lstStyle/>
          <a:p>
            <a:r>
              <a:rPr lang="en-US" sz="2400" dirty="0"/>
              <a:t>A. </a:t>
            </a:r>
            <a:r>
              <a:rPr lang="en-ID" sz="2400" dirty="0"/>
              <a:t>Al-Hafiz (Maha </a:t>
            </a:r>
            <a:r>
              <a:rPr lang="en-ID" sz="2400" dirty="0" err="1"/>
              <a:t>Memelihara</a:t>
            </a:r>
            <a:r>
              <a:rPr lang="en-ID" dirty="0"/>
              <a:t>)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3C5E0E87-5CBA-3B62-D1C0-073C76386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1" y="2009774"/>
            <a:ext cx="4953000" cy="1953305"/>
          </a:xfr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buNone/>
            </a:pPr>
            <a:r>
              <a:rPr lang="en-ID" b="1" dirty="0"/>
              <a:t>Bukti di Alam:</a:t>
            </a:r>
            <a:r>
              <a:rPr lang="en-ID" dirty="0"/>
              <a:t> </a:t>
            </a:r>
            <a:r>
              <a:rPr lang="en-ID" dirty="0" err="1"/>
              <a:t>Peredaran</a:t>
            </a:r>
            <a:r>
              <a:rPr lang="en-ID" dirty="0"/>
              <a:t> planet yang </a:t>
            </a:r>
            <a:r>
              <a:rPr lang="en-ID" dirty="0" err="1"/>
              <a:t>teratur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bertabrakan</a:t>
            </a:r>
            <a:r>
              <a:rPr lang="en-ID" dirty="0"/>
              <a:t>.</a:t>
            </a:r>
          </a:p>
        </p:txBody>
      </p:sp>
      <p:sp>
        <p:nvSpPr>
          <p:cNvPr id="6" name="Persegi Panjang 5">
            <a:extLst>
              <a:ext uri="{FF2B5EF4-FFF2-40B4-BE49-F238E27FC236}">
                <a16:creationId xmlns:a16="http://schemas.microsoft.com/office/drawing/2014/main" id="{6ED8F2EA-0150-6EDC-1115-D964A44B2421}"/>
              </a:ext>
            </a:extLst>
          </p:cNvPr>
          <p:cNvSpPr/>
          <p:nvPr/>
        </p:nvSpPr>
        <p:spPr>
          <a:xfrm>
            <a:off x="925287" y="2009775"/>
            <a:ext cx="4539342" cy="1953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800" b="1" dirty="0" err="1"/>
              <a:t>Makna</a:t>
            </a:r>
            <a:r>
              <a:rPr lang="en-ID" sz="2800" b="1" dirty="0"/>
              <a:t>:</a:t>
            </a:r>
            <a:r>
              <a:rPr lang="en-ID" sz="2800" dirty="0"/>
              <a:t> Allah </a:t>
            </a:r>
            <a:r>
              <a:rPr lang="en-ID" sz="2800" dirty="0" err="1"/>
              <a:t>adalah</a:t>
            </a:r>
            <a:r>
              <a:rPr lang="en-ID" sz="2800" dirty="0"/>
              <a:t> </a:t>
            </a:r>
            <a:r>
              <a:rPr lang="en-ID" sz="2800" dirty="0" err="1"/>
              <a:t>Dzat</a:t>
            </a:r>
            <a:r>
              <a:rPr lang="en-ID" sz="2800" dirty="0"/>
              <a:t> yang </a:t>
            </a:r>
            <a:r>
              <a:rPr lang="en-ID" sz="2800" dirty="0" err="1"/>
              <a:t>menjaga</a:t>
            </a:r>
            <a:r>
              <a:rPr lang="en-ID" sz="2800" dirty="0"/>
              <a:t> </a:t>
            </a:r>
            <a:r>
              <a:rPr lang="en-ID" sz="2800" dirty="0" err="1"/>
              <a:t>seluruh</a:t>
            </a:r>
            <a:r>
              <a:rPr lang="en-ID" sz="2800" dirty="0"/>
              <a:t> </a:t>
            </a:r>
            <a:r>
              <a:rPr lang="en-ID" sz="2800" dirty="0" err="1"/>
              <a:t>alam</a:t>
            </a:r>
            <a:r>
              <a:rPr lang="en-ID" sz="2800" dirty="0"/>
              <a:t> </a:t>
            </a:r>
            <a:r>
              <a:rPr lang="en-ID" sz="2800" dirty="0" err="1"/>
              <a:t>semesta</a:t>
            </a:r>
            <a:r>
              <a:rPr lang="en-ID" sz="2800" dirty="0"/>
              <a:t> agar </a:t>
            </a:r>
            <a:r>
              <a:rPr lang="en-ID" sz="2800" dirty="0" err="1"/>
              <a:t>tidak</a:t>
            </a:r>
            <a:r>
              <a:rPr lang="en-ID" sz="2800" dirty="0"/>
              <a:t> </a:t>
            </a:r>
            <a:r>
              <a:rPr lang="en-ID" sz="2800" dirty="0" err="1"/>
              <a:t>hancur</a:t>
            </a:r>
            <a:r>
              <a:rPr lang="en-ID" sz="2800" dirty="0"/>
              <a:t> dan </a:t>
            </a:r>
            <a:r>
              <a:rPr lang="en-ID" sz="2800" dirty="0" err="1"/>
              <a:t>menjaga</a:t>
            </a:r>
            <a:r>
              <a:rPr lang="en-ID" sz="2800" dirty="0"/>
              <a:t> </a:t>
            </a:r>
            <a:r>
              <a:rPr lang="en-ID" sz="2800" dirty="0" err="1"/>
              <a:t>amal</a:t>
            </a:r>
            <a:r>
              <a:rPr lang="en-ID" sz="2800" dirty="0"/>
              <a:t> </a:t>
            </a:r>
            <a:r>
              <a:rPr lang="en-ID" sz="2800" dirty="0" err="1"/>
              <a:t>perbuatan</a:t>
            </a:r>
            <a:r>
              <a:rPr lang="en-ID" sz="2800" dirty="0"/>
              <a:t> hamba-Nya.</a:t>
            </a:r>
          </a:p>
        </p:txBody>
      </p:sp>
      <p:sp>
        <p:nvSpPr>
          <p:cNvPr id="7" name="Persegi Panjang 6">
            <a:extLst>
              <a:ext uri="{FF2B5EF4-FFF2-40B4-BE49-F238E27FC236}">
                <a16:creationId xmlns:a16="http://schemas.microsoft.com/office/drawing/2014/main" id="{6B5785CB-6E50-12B9-C6AF-1EF4850C9C42}"/>
              </a:ext>
            </a:extLst>
          </p:cNvPr>
          <p:cNvSpPr/>
          <p:nvPr/>
        </p:nvSpPr>
        <p:spPr>
          <a:xfrm>
            <a:off x="4397829" y="4343400"/>
            <a:ext cx="5410200" cy="1793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400" b="1" dirty="0"/>
              <a:t>Cara </a:t>
            </a:r>
            <a:r>
              <a:rPr lang="en-ID" sz="2400" b="1" dirty="0" err="1"/>
              <a:t>Meneladani</a:t>
            </a:r>
            <a:r>
              <a:rPr lang="en-ID" sz="2400" b="1" dirty="0"/>
              <a:t>:</a:t>
            </a:r>
            <a:endParaRPr lang="en-ID" sz="2400" dirty="0"/>
          </a:p>
          <a:p>
            <a:r>
              <a:rPr lang="en-ID" sz="2400" dirty="0" err="1"/>
              <a:t>Menjaga</a:t>
            </a:r>
            <a:r>
              <a:rPr lang="en-ID" sz="2400" dirty="0"/>
              <a:t> </a:t>
            </a:r>
            <a:r>
              <a:rPr lang="en-ID" sz="2400" dirty="0" err="1"/>
              <a:t>lisan</a:t>
            </a:r>
            <a:r>
              <a:rPr lang="en-ID" sz="2400" dirty="0"/>
              <a:t> dan </a:t>
            </a:r>
            <a:r>
              <a:rPr lang="en-ID" sz="2400" dirty="0" err="1"/>
              <a:t>perilaku</a:t>
            </a:r>
            <a:r>
              <a:rPr lang="en-ID" sz="2400" dirty="0"/>
              <a:t>.</a:t>
            </a:r>
          </a:p>
          <a:p>
            <a:r>
              <a:rPr lang="en-ID" sz="2400" dirty="0" err="1"/>
              <a:t>Menjaga</a:t>
            </a:r>
            <a:r>
              <a:rPr lang="en-ID" sz="2400" dirty="0"/>
              <a:t> </a:t>
            </a:r>
            <a:r>
              <a:rPr lang="en-ID" sz="2400" dirty="0" err="1"/>
              <a:t>kebersihan</a:t>
            </a:r>
            <a:r>
              <a:rPr lang="en-ID" sz="2400" dirty="0"/>
              <a:t> </a:t>
            </a:r>
            <a:r>
              <a:rPr lang="en-ID" sz="2400" dirty="0" err="1"/>
              <a:t>lingkungan</a:t>
            </a:r>
            <a:r>
              <a:rPr lang="en-ID" sz="2400" dirty="0"/>
              <a:t>.</a:t>
            </a:r>
          </a:p>
          <a:p>
            <a:r>
              <a:rPr lang="en-ID" sz="2400" dirty="0" err="1"/>
              <a:t>Menjaga</a:t>
            </a:r>
            <a:r>
              <a:rPr lang="en-ID" sz="2400" dirty="0"/>
              <a:t> </a:t>
            </a:r>
            <a:r>
              <a:rPr lang="en-ID" sz="2400" dirty="0" err="1"/>
              <a:t>amanah</a:t>
            </a:r>
            <a:r>
              <a:rPr lang="en-ID" sz="2400" dirty="0"/>
              <a:t> yang </a:t>
            </a:r>
            <a:r>
              <a:rPr lang="en-ID" sz="2400" dirty="0" err="1"/>
              <a:t>diberikan</a:t>
            </a:r>
            <a:r>
              <a:rPr lang="en-ID" sz="2400" dirty="0"/>
              <a:t> orang lain</a:t>
            </a:r>
            <a:r>
              <a:rPr lang="en-ID" dirty="0"/>
              <a:t>.</a:t>
            </a:r>
          </a:p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712759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ersegi Panjang 15">
            <a:extLst>
              <a:ext uri="{FF2B5EF4-FFF2-40B4-BE49-F238E27FC236}">
                <a16:creationId xmlns:a16="http://schemas.microsoft.com/office/drawing/2014/main" id="{83B7D880-D6D5-1837-3E75-44C8CA2FA9F9}"/>
              </a:ext>
            </a:extLst>
          </p:cNvPr>
          <p:cNvSpPr/>
          <p:nvPr/>
        </p:nvSpPr>
        <p:spPr>
          <a:xfrm>
            <a:off x="6836456" y="1926770"/>
            <a:ext cx="4016829" cy="14804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Persegi Panjang: Sudut Lengkung 3">
            <a:extLst>
              <a:ext uri="{FF2B5EF4-FFF2-40B4-BE49-F238E27FC236}">
                <a16:creationId xmlns:a16="http://schemas.microsoft.com/office/drawing/2014/main" id="{4C7F23E2-9B66-979F-036A-36F4B14146C5}"/>
              </a:ext>
            </a:extLst>
          </p:cNvPr>
          <p:cNvSpPr/>
          <p:nvPr/>
        </p:nvSpPr>
        <p:spPr>
          <a:xfrm>
            <a:off x="2966356" y="153987"/>
            <a:ext cx="4746172" cy="10450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Judul 1">
            <a:extLst>
              <a:ext uri="{FF2B5EF4-FFF2-40B4-BE49-F238E27FC236}">
                <a16:creationId xmlns:a16="http://schemas.microsoft.com/office/drawing/2014/main" id="{7B55825C-D3BD-2900-C0CD-70940DD8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356" y="272936"/>
            <a:ext cx="4626429" cy="698274"/>
          </a:xfrm>
        </p:spPr>
        <p:txBody>
          <a:bodyPr>
            <a:noAutofit/>
          </a:bodyPr>
          <a:lstStyle/>
          <a:p>
            <a:r>
              <a:rPr lang="en-ID" sz="3200" dirty="0"/>
              <a:t>B. Al-Wali </a:t>
            </a:r>
            <a:br>
              <a:rPr lang="en-ID" sz="3200" dirty="0"/>
            </a:br>
            <a:r>
              <a:rPr lang="en-ID" sz="3200" dirty="0"/>
              <a:t>(Maha </a:t>
            </a:r>
            <a:r>
              <a:rPr lang="en-ID" sz="3200" dirty="0" err="1"/>
              <a:t>Melindungi</a:t>
            </a:r>
            <a:r>
              <a:rPr lang="en-ID" sz="3200" dirty="0"/>
              <a:t>)</a:t>
            </a:r>
          </a:p>
        </p:txBody>
      </p:sp>
      <p:sp>
        <p:nvSpPr>
          <p:cNvPr id="6" name="Persegi Panjang 5">
            <a:extLst>
              <a:ext uri="{FF2B5EF4-FFF2-40B4-BE49-F238E27FC236}">
                <a16:creationId xmlns:a16="http://schemas.microsoft.com/office/drawing/2014/main" id="{A6F1BE7B-B8A9-C57E-C1CB-59C656C26F33}"/>
              </a:ext>
            </a:extLst>
          </p:cNvPr>
          <p:cNvSpPr/>
          <p:nvPr/>
        </p:nvSpPr>
        <p:spPr>
          <a:xfrm>
            <a:off x="653142" y="1752600"/>
            <a:ext cx="4855028" cy="1850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800" b="1" dirty="0" err="1"/>
              <a:t>Makna</a:t>
            </a:r>
            <a:r>
              <a:rPr lang="en-ID" sz="2800" b="1" dirty="0"/>
              <a:t>:</a:t>
            </a:r>
            <a:r>
              <a:rPr lang="en-ID" sz="2800" dirty="0"/>
              <a:t> Allah </a:t>
            </a:r>
            <a:r>
              <a:rPr lang="en-ID" sz="2800" dirty="0" err="1"/>
              <a:t>adalah</a:t>
            </a:r>
            <a:r>
              <a:rPr lang="en-ID" sz="2800" dirty="0"/>
              <a:t> </a:t>
            </a:r>
            <a:r>
              <a:rPr lang="en-ID" sz="2800" dirty="0" err="1"/>
              <a:t>pelindung</a:t>
            </a:r>
            <a:r>
              <a:rPr lang="en-ID" sz="2800" dirty="0"/>
              <a:t> </a:t>
            </a:r>
            <a:r>
              <a:rPr lang="en-ID" sz="2800" dirty="0" err="1"/>
              <a:t>bagi</a:t>
            </a:r>
            <a:r>
              <a:rPr lang="en-ID" sz="2800" dirty="0"/>
              <a:t> hamba-hamba-Nya yang </a:t>
            </a:r>
            <a:r>
              <a:rPr lang="en-ID" sz="2800" dirty="0" err="1"/>
              <a:t>beriman</a:t>
            </a:r>
            <a:r>
              <a:rPr lang="en-ID" sz="2800" dirty="0"/>
              <a:t> dan </a:t>
            </a:r>
            <a:r>
              <a:rPr lang="en-ID" sz="2800" dirty="0" err="1"/>
              <a:t>pengatur</a:t>
            </a:r>
            <a:r>
              <a:rPr lang="en-ID" sz="2800" dirty="0"/>
              <a:t> </a:t>
            </a:r>
            <a:r>
              <a:rPr lang="en-ID" sz="2800" dirty="0" err="1"/>
              <a:t>segala</a:t>
            </a:r>
            <a:r>
              <a:rPr lang="en-ID" sz="2800" dirty="0"/>
              <a:t> </a:t>
            </a:r>
            <a:r>
              <a:rPr lang="en-ID" sz="2800" dirty="0" err="1"/>
              <a:t>urusan</a:t>
            </a:r>
            <a:r>
              <a:rPr lang="en-ID" sz="2800" dirty="0"/>
              <a:t> </a:t>
            </a:r>
            <a:r>
              <a:rPr lang="en-ID" sz="2800" dirty="0" err="1"/>
              <a:t>makhluk</a:t>
            </a:r>
            <a:r>
              <a:rPr lang="en-ID" sz="2800" dirty="0"/>
              <a:t>.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8AA8A756-5E6E-68FF-16C2-64F082FD0E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45541" y="2031554"/>
            <a:ext cx="3907744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Dalil: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"Allah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Pelindung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orang-orang yang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beriman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..." (QS. Al-Baqarah: 257).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Persegi Panjang 12">
            <a:extLst>
              <a:ext uri="{FF2B5EF4-FFF2-40B4-BE49-F238E27FC236}">
                <a16:creationId xmlns:a16="http://schemas.microsoft.com/office/drawing/2014/main" id="{7A2125D1-CE2E-31AE-4C54-6884C10EEA47}"/>
              </a:ext>
            </a:extLst>
          </p:cNvPr>
          <p:cNvSpPr/>
          <p:nvPr/>
        </p:nvSpPr>
        <p:spPr>
          <a:xfrm>
            <a:off x="3820885" y="3949927"/>
            <a:ext cx="5758543" cy="2200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400" b="1" dirty="0"/>
              <a:t>Cara </a:t>
            </a:r>
            <a:r>
              <a:rPr lang="en-ID" sz="2400" b="1" dirty="0" err="1"/>
              <a:t>Meneladani</a:t>
            </a:r>
            <a:r>
              <a:rPr lang="en-ID" sz="2400" b="1" dirty="0"/>
              <a:t>:</a:t>
            </a:r>
            <a:endParaRPr lang="en-ID" sz="2400" dirty="0"/>
          </a:p>
          <a:p>
            <a:r>
              <a:rPr lang="en-ID" sz="2400" dirty="0"/>
              <a:t>Saling </a:t>
            </a:r>
            <a:r>
              <a:rPr lang="en-ID" sz="2400" dirty="0" err="1"/>
              <a:t>menolong</a:t>
            </a:r>
            <a:r>
              <a:rPr lang="en-ID" sz="2400" dirty="0"/>
              <a:t> </a:t>
            </a:r>
            <a:r>
              <a:rPr lang="en-ID" sz="2400" dirty="0" err="1"/>
              <a:t>antar</a:t>
            </a:r>
            <a:r>
              <a:rPr lang="en-ID" sz="2400" dirty="0"/>
              <a:t> </a:t>
            </a:r>
            <a:r>
              <a:rPr lang="en-ID" sz="2400" dirty="0" err="1"/>
              <a:t>sesama</a:t>
            </a:r>
            <a:r>
              <a:rPr lang="en-ID" sz="2400" dirty="0"/>
              <a:t>.</a:t>
            </a:r>
          </a:p>
          <a:p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pelindung</a:t>
            </a:r>
            <a:r>
              <a:rPr lang="en-ID" sz="2400" dirty="0"/>
              <a:t> </a:t>
            </a:r>
            <a:r>
              <a:rPr lang="en-ID" sz="2400" dirty="0" err="1"/>
              <a:t>bagi</a:t>
            </a:r>
            <a:r>
              <a:rPr lang="en-ID" sz="2400" dirty="0"/>
              <a:t> yang </a:t>
            </a:r>
            <a:r>
              <a:rPr lang="en-ID" sz="2400" dirty="0" err="1"/>
              <a:t>lemah</a:t>
            </a:r>
            <a:r>
              <a:rPr lang="en-ID" sz="2400" dirty="0"/>
              <a:t> (</a:t>
            </a:r>
            <a:r>
              <a:rPr lang="en-ID" sz="2400" dirty="0" err="1"/>
              <a:t>adik</a:t>
            </a:r>
            <a:r>
              <a:rPr lang="en-ID" sz="2400" dirty="0"/>
              <a:t>, </a:t>
            </a:r>
            <a:r>
              <a:rPr lang="en-ID" sz="2400" dirty="0" err="1"/>
              <a:t>teman</a:t>
            </a:r>
            <a:r>
              <a:rPr lang="en-ID" sz="2400" dirty="0"/>
              <a:t>,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hewan</a:t>
            </a:r>
            <a:r>
              <a:rPr lang="en-ID" sz="2400" dirty="0"/>
              <a:t>).</a:t>
            </a:r>
          </a:p>
          <a:p>
            <a:r>
              <a:rPr lang="en-ID" sz="2400" dirty="0"/>
              <a:t>Hanya </a:t>
            </a:r>
            <a:r>
              <a:rPr lang="en-ID" sz="2400" dirty="0" err="1"/>
              <a:t>memohon</a:t>
            </a:r>
            <a:r>
              <a:rPr lang="en-ID" sz="2400" dirty="0"/>
              <a:t> </a:t>
            </a:r>
            <a:r>
              <a:rPr lang="en-ID" sz="2400" dirty="0" err="1"/>
              <a:t>perlindungan</a:t>
            </a:r>
            <a:r>
              <a:rPr lang="en-ID" sz="2400" dirty="0"/>
              <a:t> </a:t>
            </a:r>
            <a:r>
              <a:rPr lang="en-ID" sz="2400" dirty="0" err="1"/>
              <a:t>kepada</a:t>
            </a:r>
            <a:r>
              <a:rPr lang="en-ID" sz="2400" dirty="0"/>
              <a:t> Allah.</a:t>
            </a:r>
          </a:p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405462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segi: Sudut Diagonal Terpotong 3">
            <a:extLst>
              <a:ext uri="{FF2B5EF4-FFF2-40B4-BE49-F238E27FC236}">
                <a16:creationId xmlns:a16="http://schemas.microsoft.com/office/drawing/2014/main" id="{E59AE4FC-76F8-B23D-2960-281FF174D925}"/>
              </a:ext>
            </a:extLst>
          </p:cNvPr>
          <p:cNvSpPr/>
          <p:nvPr/>
        </p:nvSpPr>
        <p:spPr>
          <a:xfrm>
            <a:off x="484415" y="554377"/>
            <a:ext cx="4931228" cy="947058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Judul 1">
            <a:extLst>
              <a:ext uri="{FF2B5EF4-FFF2-40B4-BE49-F238E27FC236}">
                <a16:creationId xmlns:a16="http://schemas.microsoft.com/office/drawing/2014/main" id="{BE322D8B-88AE-440D-A6DF-F83BAEC95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5686" cy="1460500"/>
          </a:xfrm>
        </p:spPr>
        <p:txBody>
          <a:bodyPr>
            <a:normAutofit/>
          </a:bodyPr>
          <a:lstStyle/>
          <a:p>
            <a:r>
              <a:rPr lang="en-ID" sz="2800" dirty="0"/>
              <a:t>C. Al-Alim</a:t>
            </a:r>
            <a:br>
              <a:rPr lang="en-ID" sz="2800" dirty="0"/>
            </a:br>
            <a:r>
              <a:rPr lang="en-ID" sz="2800" dirty="0"/>
              <a:t> (Maha </a:t>
            </a:r>
            <a:r>
              <a:rPr lang="en-ID" sz="2800" dirty="0" err="1"/>
              <a:t>Mengetahui</a:t>
            </a:r>
            <a:r>
              <a:rPr lang="en-ID" sz="2800" dirty="0"/>
              <a:t>)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5A70F2CC-BC7D-D077-4ACF-D23C182D6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4877"/>
            <a:ext cx="6019800" cy="1985963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buNone/>
            </a:pPr>
            <a:r>
              <a:rPr lang="en-ID" sz="3200" b="1" dirty="0" err="1"/>
              <a:t>Makna</a:t>
            </a:r>
            <a:r>
              <a:rPr lang="en-ID" sz="3200" b="1" dirty="0"/>
              <a:t>:</a:t>
            </a:r>
            <a:r>
              <a:rPr lang="en-ID" sz="3200" dirty="0"/>
              <a:t> </a:t>
            </a:r>
            <a:r>
              <a:rPr lang="en-ID" sz="3200" dirty="0" err="1"/>
              <a:t>Ilmu</a:t>
            </a:r>
            <a:r>
              <a:rPr lang="en-ID" sz="3200" dirty="0"/>
              <a:t> Allah sangat </a:t>
            </a:r>
            <a:r>
              <a:rPr lang="en-ID" sz="3200" dirty="0" err="1"/>
              <a:t>luas</a:t>
            </a:r>
            <a:r>
              <a:rPr lang="en-ID" sz="3200" dirty="0"/>
              <a:t>, </a:t>
            </a:r>
            <a:r>
              <a:rPr lang="en-ID" sz="3200" dirty="0" err="1"/>
              <a:t>mencakup</a:t>
            </a:r>
            <a:r>
              <a:rPr lang="en-ID" sz="3200" dirty="0"/>
              <a:t> </a:t>
            </a:r>
            <a:r>
              <a:rPr lang="en-ID" sz="3200" dirty="0" err="1"/>
              <a:t>segala</a:t>
            </a:r>
            <a:r>
              <a:rPr lang="en-ID" sz="3200" dirty="0"/>
              <a:t> </a:t>
            </a:r>
            <a:r>
              <a:rPr lang="en-ID" sz="3200" dirty="0" err="1"/>
              <a:t>sesuatu</a:t>
            </a:r>
            <a:r>
              <a:rPr lang="en-ID" sz="3200" dirty="0"/>
              <a:t> yang </a:t>
            </a:r>
            <a:r>
              <a:rPr lang="en-ID" sz="3200" dirty="0" err="1"/>
              <a:t>tampak</a:t>
            </a:r>
            <a:r>
              <a:rPr lang="en-ID" sz="3200" dirty="0"/>
              <a:t> </a:t>
            </a:r>
            <a:r>
              <a:rPr lang="en-ID" sz="3200" dirty="0" err="1"/>
              <a:t>maupun</a:t>
            </a:r>
            <a:r>
              <a:rPr lang="en-ID" sz="3200" dirty="0"/>
              <a:t> yang </a:t>
            </a:r>
            <a:r>
              <a:rPr lang="en-ID" sz="3200" dirty="0" err="1"/>
              <a:t>tersembunyi</a:t>
            </a:r>
            <a:r>
              <a:rPr lang="en-ID" dirty="0"/>
              <a:t>.</a:t>
            </a:r>
          </a:p>
        </p:txBody>
      </p:sp>
      <p:sp>
        <p:nvSpPr>
          <p:cNvPr id="6" name="Persegi Panjang 5">
            <a:extLst>
              <a:ext uri="{FF2B5EF4-FFF2-40B4-BE49-F238E27FC236}">
                <a16:creationId xmlns:a16="http://schemas.microsoft.com/office/drawing/2014/main" id="{093B3BA9-6A01-20FC-542A-EC16ED8BD22D}"/>
              </a:ext>
            </a:extLst>
          </p:cNvPr>
          <p:cNvSpPr/>
          <p:nvPr/>
        </p:nvSpPr>
        <p:spPr>
          <a:xfrm>
            <a:off x="7543800" y="1955346"/>
            <a:ext cx="4212771" cy="2013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400" b="1" dirty="0" err="1"/>
              <a:t>Perbedaan</a:t>
            </a:r>
            <a:r>
              <a:rPr lang="en-ID" sz="2400" b="1" dirty="0"/>
              <a:t>:</a:t>
            </a:r>
            <a:r>
              <a:rPr lang="en-ID" sz="2400" dirty="0"/>
              <a:t> </a:t>
            </a:r>
            <a:r>
              <a:rPr lang="en-ID" sz="2400" dirty="0" err="1"/>
              <a:t>Pengetahuan</a:t>
            </a:r>
            <a:r>
              <a:rPr lang="en-ID" sz="2400" dirty="0"/>
              <a:t> </a:t>
            </a:r>
            <a:r>
              <a:rPr lang="en-ID" sz="2400" dirty="0" err="1"/>
              <a:t>manusia</a:t>
            </a:r>
            <a:r>
              <a:rPr lang="en-ID" sz="2400" dirty="0"/>
              <a:t> </a:t>
            </a:r>
            <a:r>
              <a:rPr lang="en-ID" sz="2400" dirty="0" err="1"/>
              <a:t>terbatas</a:t>
            </a:r>
            <a:r>
              <a:rPr lang="en-ID" sz="2400" dirty="0"/>
              <a:t>, </a:t>
            </a:r>
            <a:r>
              <a:rPr lang="en-ID" sz="2400" dirty="0" err="1"/>
              <a:t>pengetahuan</a:t>
            </a:r>
            <a:r>
              <a:rPr lang="en-ID" sz="2400" dirty="0"/>
              <a:t> Allah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terbatas</a:t>
            </a:r>
            <a:r>
              <a:rPr lang="en-ID" sz="2400" dirty="0"/>
              <a:t> oleh </a:t>
            </a:r>
            <a:r>
              <a:rPr lang="en-ID" sz="2400" dirty="0" err="1"/>
              <a:t>ruang</a:t>
            </a:r>
            <a:r>
              <a:rPr lang="en-ID" sz="2400" dirty="0"/>
              <a:t> dan </a:t>
            </a:r>
            <a:r>
              <a:rPr lang="en-ID" sz="2400" dirty="0" err="1"/>
              <a:t>waktu</a:t>
            </a:r>
            <a:r>
              <a:rPr lang="en-ID" sz="2400" dirty="0"/>
              <a:t>.</a:t>
            </a:r>
          </a:p>
        </p:txBody>
      </p:sp>
      <p:sp>
        <p:nvSpPr>
          <p:cNvPr id="7" name="Persegi Panjang 6">
            <a:extLst>
              <a:ext uri="{FF2B5EF4-FFF2-40B4-BE49-F238E27FC236}">
                <a16:creationId xmlns:a16="http://schemas.microsoft.com/office/drawing/2014/main" id="{F451306D-DDED-3874-FF3F-D6BDC48AAE7C}"/>
              </a:ext>
            </a:extLst>
          </p:cNvPr>
          <p:cNvSpPr/>
          <p:nvPr/>
        </p:nvSpPr>
        <p:spPr>
          <a:xfrm>
            <a:off x="2667001" y="4299857"/>
            <a:ext cx="6509656" cy="2558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400" b="1" dirty="0"/>
              <a:t>Cara </a:t>
            </a:r>
            <a:r>
              <a:rPr lang="en-ID" sz="2400" b="1" dirty="0" err="1"/>
              <a:t>Meneladani</a:t>
            </a:r>
            <a:r>
              <a:rPr lang="en-ID" sz="2400" b="1" dirty="0"/>
              <a:t>:</a:t>
            </a:r>
            <a:endParaRPr lang="en-ID" sz="2400" dirty="0"/>
          </a:p>
          <a:p>
            <a:r>
              <a:rPr lang="en-ID" sz="2400" dirty="0"/>
              <a:t>Rajin </a:t>
            </a:r>
            <a:r>
              <a:rPr lang="en-ID" sz="2400" dirty="0" err="1"/>
              <a:t>belajar</a:t>
            </a:r>
            <a:r>
              <a:rPr lang="en-ID" sz="2400" dirty="0"/>
              <a:t> dan </a:t>
            </a:r>
            <a:r>
              <a:rPr lang="en-ID" sz="2400" dirty="0" err="1"/>
              <a:t>menuntut</a:t>
            </a:r>
            <a:r>
              <a:rPr lang="en-ID" sz="2400" dirty="0"/>
              <a:t> </a:t>
            </a:r>
            <a:r>
              <a:rPr lang="en-ID" sz="2400" dirty="0" err="1"/>
              <a:t>ilmu</a:t>
            </a:r>
            <a:r>
              <a:rPr lang="en-ID" sz="2400" dirty="0"/>
              <a:t>.</a:t>
            </a:r>
          </a:p>
          <a:p>
            <a:r>
              <a:rPr lang="en-ID" sz="2400" dirty="0" err="1"/>
              <a:t>Rendah</a:t>
            </a:r>
            <a:r>
              <a:rPr lang="en-ID" sz="2400" dirty="0"/>
              <a:t> </a:t>
            </a:r>
            <a:r>
              <a:rPr lang="en-ID" sz="2400" dirty="0" err="1"/>
              <a:t>hati</a:t>
            </a:r>
            <a:r>
              <a:rPr lang="en-ID" sz="2400" dirty="0"/>
              <a:t> (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sombong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ilmu</a:t>
            </a:r>
            <a:r>
              <a:rPr lang="en-ID" sz="2400" dirty="0"/>
              <a:t> yang </a:t>
            </a:r>
            <a:r>
              <a:rPr lang="en-ID" sz="2400" dirty="0" err="1"/>
              <a:t>dimiliki</a:t>
            </a:r>
            <a:r>
              <a:rPr lang="en-ID" sz="2400" dirty="0"/>
              <a:t>).</a:t>
            </a:r>
          </a:p>
          <a:p>
            <a:r>
              <a:rPr lang="en-ID" sz="2400" dirty="0" err="1"/>
              <a:t>Jujur</a:t>
            </a:r>
            <a:r>
              <a:rPr lang="en-ID" sz="2400" dirty="0"/>
              <a:t>, </a:t>
            </a:r>
            <a:r>
              <a:rPr lang="en-ID" sz="2400" dirty="0" err="1"/>
              <a:t>karena</a:t>
            </a:r>
            <a:r>
              <a:rPr lang="en-ID" sz="2400" dirty="0"/>
              <a:t> Allah </a:t>
            </a:r>
            <a:r>
              <a:rPr lang="en-ID" sz="2400" dirty="0" err="1"/>
              <a:t>tahu</a:t>
            </a:r>
            <a:r>
              <a:rPr lang="en-ID" sz="2400" dirty="0"/>
              <a:t> </a:t>
            </a:r>
            <a:r>
              <a:rPr lang="en-ID" sz="2400" dirty="0" err="1"/>
              <a:t>apa</a:t>
            </a:r>
            <a:r>
              <a:rPr lang="en-ID" sz="2400" dirty="0"/>
              <a:t> yang </a:t>
            </a:r>
            <a:r>
              <a:rPr lang="en-ID" sz="2400" dirty="0" err="1"/>
              <a:t>kita</a:t>
            </a:r>
            <a:r>
              <a:rPr lang="en-ID" sz="2400" dirty="0"/>
              <a:t> </a:t>
            </a:r>
            <a:r>
              <a:rPr lang="en-ID" sz="2400" dirty="0" err="1"/>
              <a:t>sembunyikan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hati</a:t>
            </a:r>
            <a:r>
              <a:rPr lang="en-ID" sz="2400" dirty="0"/>
              <a:t>.</a:t>
            </a:r>
          </a:p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713631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segi Panjang 3">
            <a:extLst>
              <a:ext uri="{FF2B5EF4-FFF2-40B4-BE49-F238E27FC236}">
                <a16:creationId xmlns:a16="http://schemas.microsoft.com/office/drawing/2014/main" id="{3048DB2B-3FBC-A614-A6B1-356F2992C5C4}"/>
              </a:ext>
            </a:extLst>
          </p:cNvPr>
          <p:cNvSpPr/>
          <p:nvPr/>
        </p:nvSpPr>
        <p:spPr>
          <a:xfrm>
            <a:off x="4180115" y="0"/>
            <a:ext cx="3352800" cy="1099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400" dirty="0"/>
              <a:t>D. Al-Khabir</a:t>
            </a:r>
          </a:p>
          <a:p>
            <a:pPr algn="ctr"/>
            <a:r>
              <a:rPr lang="en-ID" sz="2400" dirty="0"/>
              <a:t> (Maha </a:t>
            </a:r>
            <a:r>
              <a:rPr lang="en-ID" sz="2400" dirty="0" err="1"/>
              <a:t>Mengenal</a:t>
            </a:r>
            <a:r>
              <a:rPr lang="en-ID" sz="2400" dirty="0"/>
              <a:t>)</a:t>
            </a:r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34C56CC0-5060-A1FC-73CB-16EFE18B09CD}"/>
              </a:ext>
            </a:extLst>
          </p:cNvPr>
          <p:cNvSpPr/>
          <p:nvPr/>
        </p:nvSpPr>
        <p:spPr>
          <a:xfrm>
            <a:off x="-130629" y="2362199"/>
            <a:ext cx="4038600" cy="3156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400" b="1" dirty="0" err="1"/>
              <a:t>Makna</a:t>
            </a:r>
            <a:r>
              <a:rPr lang="en-ID" sz="2400" b="1" dirty="0"/>
              <a:t>:</a:t>
            </a:r>
            <a:r>
              <a:rPr lang="en-ID" sz="2400" dirty="0"/>
              <a:t> Allah </a:t>
            </a:r>
            <a:r>
              <a:rPr lang="en-ID" sz="2400" dirty="0" err="1"/>
              <a:t>mengetahui</a:t>
            </a:r>
            <a:r>
              <a:rPr lang="en-ID" sz="2400" dirty="0"/>
              <a:t> </a:t>
            </a:r>
            <a:r>
              <a:rPr lang="en-ID" sz="2400" dirty="0" err="1"/>
              <a:t>segala</a:t>
            </a:r>
            <a:r>
              <a:rPr lang="en-ID" sz="2400" dirty="0"/>
              <a:t> </a:t>
            </a:r>
            <a:r>
              <a:rPr lang="en-ID" sz="2400" dirty="0" err="1"/>
              <a:t>sesuatu</a:t>
            </a:r>
            <a:r>
              <a:rPr lang="en-ID" sz="2400" dirty="0"/>
              <a:t> </a:t>
            </a:r>
            <a:r>
              <a:rPr lang="en-ID" sz="2400" dirty="0" err="1"/>
              <a:t>hingga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detail yang </a:t>
            </a:r>
            <a:r>
              <a:rPr lang="en-ID" sz="2400" dirty="0" err="1"/>
              <a:t>terkecil</a:t>
            </a:r>
            <a:r>
              <a:rPr lang="en-ID" sz="2400" dirty="0"/>
              <a:t> dan yang paling </a:t>
            </a:r>
            <a:r>
              <a:rPr lang="en-ID" sz="2400" dirty="0" err="1"/>
              <a:t>tersembunyi</a:t>
            </a:r>
            <a:r>
              <a:rPr lang="en-ID" sz="2400" dirty="0"/>
              <a:t> (</a:t>
            </a:r>
            <a:r>
              <a:rPr lang="en-ID" sz="2400" dirty="0" err="1"/>
              <a:t>rahasia</a:t>
            </a:r>
            <a:r>
              <a:rPr lang="en-ID" sz="2400" dirty="0"/>
              <a:t>).</a:t>
            </a:r>
          </a:p>
        </p:txBody>
      </p:sp>
      <p:sp>
        <p:nvSpPr>
          <p:cNvPr id="6" name="Persegi Panjang 5">
            <a:extLst>
              <a:ext uri="{FF2B5EF4-FFF2-40B4-BE49-F238E27FC236}">
                <a16:creationId xmlns:a16="http://schemas.microsoft.com/office/drawing/2014/main" id="{F977BCA3-8C15-2058-3D70-DD4850E3BC96}"/>
              </a:ext>
            </a:extLst>
          </p:cNvPr>
          <p:cNvSpPr/>
          <p:nvPr/>
        </p:nvSpPr>
        <p:spPr>
          <a:xfrm>
            <a:off x="4615543" y="2514600"/>
            <a:ext cx="4038600" cy="288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400" b="1" dirty="0" err="1"/>
              <a:t>Perbedaan</a:t>
            </a:r>
            <a:r>
              <a:rPr lang="en-ID" sz="2400" b="1" dirty="0"/>
              <a:t> </a:t>
            </a:r>
            <a:r>
              <a:rPr lang="en-ID" sz="2400" b="1" dirty="0" err="1"/>
              <a:t>dengan</a:t>
            </a:r>
            <a:r>
              <a:rPr lang="en-ID" sz="2400" b="1" dirty="0"/>
              <a:t> Al-Alim:</a:t>
            </a:r>
            <a:r>
              <a:rPr lang="en-ID" sz="2400" dirty="0"/>
              <a:t> Al-Alim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</a:t>
            </a:r>
            <a:r>
              <a:rPr lang="en-ID" sz="2400" dirty="0" err="1"/>
              <a:t>pengetahuan</a:t>
            </a:r>
            <a:r>
              <a:rPr lang="en-ID" sz="2400" dirty="0"/>
              <a:t> </a:t>
            </a:r>
            <a:r>
              <a:rPr lang="en-ID" sz="2400" dirty="0" err="1"/>
              <a:t>umum</a:t>
            </a:r>
            <a:r>
              <a:rPr lang="en-ID" sz="2400" dirty="0"/>
              <a:t>, Al-Khabir </a:t>
            </a:r>
            <a:r>
              <a:rPr lang="en-ID" sz="2400" dirty="0" err="1"/>
              <a:t>menekankan</a:t>
            </a:r>
            <a:r>
              <a:rPr lang="en-ID" sz="2400" dirty="0"/>
              <a:t> pada </a:t>
            </a:r>
            <a:r>
              <a:rPr lang="en-ID" sz="2400" dirty="0" err="1"/>
              <a:t>ketelitian</a:t>
            </a:r>
            <a:r>
              <a:rPr lang="en-ID" sz="2400" dirty="0"/>
              <a:t> </a:t>
            </a:r>
            <a:r>
              <a:rPr lang="en-ID" sz="2400" dirty="0" err="1"/>
              <a:t>hingga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</a:t>
            </a:r>
            <a:r>
              <a:rPr lang="en-ID" sz="2400" dirty="0" err="1"/>
              <a:t>akar-akarnya</a:t>
            </a:r>
            <a:r>
              <a:rPr lang="en-ID" sz="2400" dirty="0"/>
              <a:t>.</a:t>
            </a:r>
          </a:p>
        </p:txBody>
      </p:sp>
      <p:sp>
        <p:nvSpPr>
          <p:cNvPr id="7" name="Persegi Panjang 6">
            <a:extLst>
              <a:ext uri="{FF2B5EF4-FFF2-40B4-BE49-F238E27FC236}">
                <a16:creationId xmlns:a16="http://schemas.microsoft.com/office/drawing/2014/main" id="{03DDD64C-8A87-E30A-F4F5-8AAD8F312236}"/>
              </a:ext>
            </a:extLst>
          </p:cNvPr>
          <p:cNvSpPr/>
          <p:nvPr/>
        </p:nvSpPr>
        <p:spPr>
          <a:xfrm>
            <a:off x="9241972" y="1861457"/>
            <a:ext cx="2950028" cy="4212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400" b="1" dirty="0"/>
              <a:t>Cara </a:t>
            </a:r>
            <a:r>
              <a:rPr lang="en-ID" sz="2400" b="1" dirty="0" err="1"/>
              <a:t>Meneladani</a:t>
            </a:r>
            <a:r>
              <a:rPr lang="en-ID" sz="2400" b="1" dirty="0"/>
              <a:t>:</a:t>
            </a:r>
            <a:endParaRPr lang="en-ID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D" sz="2400" dirty="0" err="1"/>
              <a:t>Teliti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mengerjakan</a:t>
            </a:r>
            <a:r>
              <a:rPr lang="en-ID" sz="2400" dirty="0"/>
              <a:t> </a:t>
            </a:r>
            <a:r>
              <a:rPr lang="en-ID" sz="2400" dirty="0" err="1"/>
              <a:t>tugas</a:t>
            </a:r>
            <a:r>
              <a:rPr lang="en-ID" sz="2400" dirty="0"/>
              <a:t> </a:t>
            </a:r>
            <a:r>
              <a:rPr lang="en-ID" sz="2400" dirty="0" err="1"/>
              <a:t>sekolah</a:t>
            </a:r>
            <a:r>
              <a:rPr lang="en-ID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D" sz="2400" dirty="0" err="1"/>
              <a:t>Waspada</a:t>
            </a:r>
            <a:r>
              <a:rPr lang="en-ID" sz="2400" dirty="0"/>
              <a:t> dan </a:t>
            </a:r>
            <a:r>
              <a:rPr lang="en-ID" sz="2400" dirty="0" err="1"/>
              <a:t>berhati-hati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bertindak</a:t>
            </a:r>
            <a:r>
              <a:rPr lang="en-ID" sz="2400" dirty="0"/>
              <a:t> agar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berdosa</a:t>
            </a:r>
            <a:r>
              <a:rPr lang="en-ID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D" sz="2400" dirty="0"/>
              <a:t>Ikhlas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beramal</a:t>
            </a:r>
            <a:r>
              <a:rPr lang="en-ID" sz="2400" dirty="0"/>
              <a:t> (</a:t>
            </a:r>
            <a:r>
              <a:rPr lang="en-ID" sz="2400" dirty="0" err="1"/>
              <a:t>karena</a:t>
            </a:r>
            <a:r>
              <a:rPr lang="en-ID" sz="2400" dirty="0"/>
              <a:t> Allah </a:t>
            </a:r>
            <a:r>
              <a:rPr lang="en-ID" sz="2400" dirty="0" err="1"/>
              <a:t>tahu</a:t>
            </a:r>
            <a:r>
              <a:rPr lang="en-ID" sz="2400" dirty="0"/>
              <a:t> </a:t>
            </a:r>
            <a:r>
              <a:rPr lang="en-ID" sz="2400" dirty="0" err="1"/>
              <a:t>niat</a:t>
            </a:r>
            <a:r>
              <a:rPr lang="en-ID" sz="2400" dirty="0"/>
              <a:t> </a:t>
            </a:r>
            <a:r>
              <a:rPr lang="en-ID" sz="2400" dirty="0" err="1"/>
              <a:t>terdalam</a:t>
            </a:r>
            <a:r>
              <a:rPr lang="en-ID" sz="2400" dirty="0"/>
              <a:t> </a:t>
            </a:r>
            <a:r>
              <a:rPr lang="en-ID" sz="2400" dirty="0" err="1"/>
              <a:t>kita</a:t>
            </a:r>
            <a:r>
              <a:rPr lang="en-ID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189554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ersegi Panjang 6">
            <a:extLst>
              <a:ext uri="{FF2B5EF4-FFF2-40B4-BE49-F238E27FC236}">
                <a16:creationId xmlns:a16="http://schemas.microsoft.com/office/drawing/2014/main" id="{E8012EFC-9644-E799-A625-C586219415C1}"/>
              </a:ext>
            </a:extLst>
          </p:cNvPr>
          <p:cNvSpPr/>
          <p:nvPr/>
        </p:nvSpPr>
        <p:spPr>
          <a:xfrm>
            <a:off x="3102429" y="1273629"/>
            <a:ext cx="5889171" cy="751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Gambar 5">
            <a:extLst>
              <a:ext uri="{FF2B5EF4-FFF2-40B4-BE49-F238E27FC236}">
                <a16:creationId xmlns:a16="http://schemas.microsoft.com/office/drawing/2014/main" id="{9440EC90-A186-A1CD-D91F-F69AA6C7D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Judul 1">
            <a:extLst>
              <a:ext uri="{FF2B5EF4-FFF2-40B4-BE49-F238E27FC236}">
                <a16:creationId xmlns:a16="http://schemas.microsoft.com/office/drawing/2014/main" id="{5126A595-4745-9D97-A8F5-50BB3397547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ID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FFFF00"/>
                </a:highlight>
              </a:rPr>
              <a:t>Kesimpulan &amp; Hikmah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5EBACC4-1CC7-52D9-18EA-4822B6FD88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6815" y="3268131"/>
            <a:ext cx="10918370" cy="206210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Mengenal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Allah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membuat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hati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lebih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tenang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Kita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merasa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selalu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diawasi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sehingga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takut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berbuat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jahat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Memotivasi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kita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menjadi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pribadi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bermanfaat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bagi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orang lain</a:t>
            </a:r>
          </a:p>
        </p:txBody>
      </p:sp>
    </p:spTree>
    <p:extLst>
      <p:ext uri="{BB962C8B-B14F-4D97-AF65-F5344CB8AC3E}">
        <p14:creationId xmlns:p14="http://schemas.microsoft.com/office/powerpoint/2010/main" val="13100581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>
            <a:extLst>
              <a:ext uri="{FF2B5EF4-FFF2-40B4-BE49-F238E27FC236}">
                <a16:creationId xmlns:a16="http://schemas.microsoft.com/office/drawing/2014/main" id="{83948ED0-FA2F-FDDE-46B2-2B007852D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66857"/>
          </a:xfrm>
          <a:prstGeom prst="rect">
            <a:avLst/>
          </a:prstGeom>
        </p:spPr>
      </p:pic>
      <p:sp>
        <p:nvSpPr>
          <p:cNvPr id="2" name="Judul 1">
            <a:extLst>
              <a:ext uri="{FF2B5EF4-FFF2-40B4-BE49-F238E27FC236}">
                <a16:creationId xmlns:a16="http://schemas.microsoft.com/office/drawing/2014/main" id="{28FBF0D8-FBD0-2469-283B-DB575A5BA89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ID" dirty="0" err="1">
                <a:solidFill>
                  <a:schemeClr val="bg1"/>
                </a:solidFill>
              </a:rPr>
              <a:t>Penutup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8C0E88C-2F6C-AD01-3316-E2286E5EB626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D" sz="4000" dirty="0">
                <a:solidFill>
                  <a:schemeClr val="bg2"/>
                </a:solidFill>
                <a:highlight>
                  <a:srgbClr val="00FF00"/>
                </a:highlight>
              </a:rPr>
              <a:t>"</a:t>
            </a:r>
            <a:r>
              <a:rPr lang="en-ID" sz="4000" dirty="0" err="1">
                <a:solidFill>
                  <a:schemeClr val="bg2"/>
                </a:solidFill>
                <a:highlight>
                  <a:srgbClr val="00FF00"/>
                </a:highlight>
              </a:rPr>
              <a:t>Barangsiapa</a:t>
            </a:r>
            <a:r>
              <a:rPr lang="en-ID" sz="4000" dirty="0">
                <a:solidFill>
                  <a:schemeClr val="bg2"/>
                </a:solidFill>
                <a:highlight>
                  <a:srgbClr val="00FF00"/>
                </a:highlight>
              </a:rPr>
              <a:t> yang </a:t>
            </a:r>
            <a:r>
              <a:rPr lang="en-ID" sz="4000" dirty="0" err="1">
                <a:solidFill>
                  <a:schemeClr val="bg2"/>
                </a:solidFill>
                <a:highlight>
                  <a:srgbClr val="00FF00"/>
                </a:highlight>
              </a:rPr>
              <a:t>menghafal</a:t>
            </a:r>
            <a:r>
              <a:rPr lang="en-ID" sz="4000" dirty="0">
                <a:solidFill>
                  <a:schemeClr val="bg2"/>
                </a:solidFill>
                <a:highlight>
                  <a:srgbClr val="00FF00"/>
                </a:highlight>
              </a:rPr>
              <a:t> (dan </a:t>
            </a:r>
            <a:r>
              <a:rPr lang="en-ID" sz="4000" dirty="0" err="1">
                <a:solidFill>
                  <a:schemeClr val="bg2"/>
                </a:solidFill>
                <a:highlight>
                  <a:srgbClr val="00FF00"/>
                </a:highlight>
              </a:rPr>
              <a:t>mengamalkan</a:t>
            </a:r>
            <a:r>
              <a:rPr lang="en-ID" sz="4000" dirty="0">
                <a:solidFill>
                  <a:schemeClr val="bg2"/>
                </a:solidFill>
                <a:highlight>
                  <a:srgbClr val="00FF00"/>
                </a:highlight>
              </a:rPr>
              <a:t>) </a:t>
            </a:r>
            <a:r>
              <a:rPr lang="en-ID" sz="4000" dirty="0" err="1">
                <a:solidFill>
                  <a:schemeClr val="bg2"/>
                </a:solidFill>
                <a:highlight>
                  <a:srgbClr val="00FF00"/>
                </a:highlight>
              </a:rPr>
              <a:t>Asmaul</a:t>
            </a:r>
            <a:r>
              <a:rPr lang="en-ID" sz="4000" dirty="0">
                <a:solidFill>
                  <a:schemeClr val="bg2"/>
                </a:solidFill>
                <a:highlight>
                  <a:srgbClr val="00FF00"/>
                </a:highlight>
              </a:rPr>
              <a:t> Husna, </a:t>
            </a:r>
            <a:r>
              <a:rPr lang="en-ID" sz="4000" dirty="0" err="1">
                <a:solidFill>
                  <a:schemeClr val="bg2"/>
                </a:solidFill>
                <a:highlight>
                  <a:srgbClr val="00FF00"/>
                </a:highlight>
              </a:rPr>
              <a:t>maka</a:t>
            </a:r>
            <a:r>
              <a:rPr lang="en-ID" sz="4000" dirty="0">
                <a:solidFill>
                  <a:schemeClr val="bg2"/>
                </a:solidFill>
                <a:highlight>
                  <a:srgbClr val="00FF00"/>
                </a:highlight>
              </a:rPr>
              <a:t> </a:t>
            </a:r>
            <a:r>
              <a:rPr lang="en-ID" sz="4000" dirty="0" err="1">
                <a:solidFill>
                  <a:schemeClr val="bg2"/>
                </a:solidFill>
                <a:highlight>
                  <a:srgbClr val="00FF00"/>
                </a:highlight>
              </a:rPr>
              <a:t>ia</a:t>
            </a:r>
            <a:r>
              <a:rPr lang="en-ID" sz="4000" dirty="0">
                <a:solidFill>
                  <a:schemeClr val="bg2"/>
                </a:solidFill>
                <a:highlight>
                  <a:srgbClr val="00FF00"/>
                </a:highlight>
              </a:rPr>
              <a:t> </a:t>
            </a:r>
            <a:r>
              <a:rPr lang="en-ID" sz="4000" dirty="0" err="1">
                <a:solidFill>
                  <a:schemeClr val="bg2"/>
                </a:solidFill>
                <a:highlight>
                  <a:srgbClr val="00FF00"/>
                </a:highlight>
              </a:rPr>
              <a:t>akan</a:t>
            </a:r>
            <a:r>
              <a:rPr lang="en-ID" sz="4000" dirty="0">
                <a:solidFill>
                  <a:schemeClr val="bg2"/>
                </a:solidFill>
                <a:highlight>
                  <a:srgbClr val="00FF00"/>
                </a:highlight>
              </a:rPr>
              <a:t> </a:t>
            </a:r>
            <a:r>
              <a:rPr lang="en-ID" sz="4000" dirty="0" err="1">
                <a:solidFill>
                  <a:schemeClr val="bg2"/>
                </a:solidFill>
                <a:highlight>
                  <a:srgbClr val="00FF00"/>
                </a:highlight>
              </a:rPr>
              <a:t>masuk</a:t>
            </a:r>
            <a:r>
              <a:rPr lang="en-ID" sz="4000" dirty="0">
                <a:solidFill>
                  <a:schemeClr val="bg2"/>
                </a:solidFill>
                <a:highlight>
                  <a:srgbClr val="00FF00"/>
                </a:highlight>
              </a:rPr>
              <a:t> </a:t>
            </a:r>
            <a:r>
              <a:rPr lang="en-ID" sz="4000" dirty="0" err="1">
                <a:solidFill>
                  <a:schemeClr val="bg2"/>
                </a:solidFill>
                <a:highlight>
                  <a:srgbClr val="00FF00"/>
                </a:highlight>
              </a:rPr>
              <a:t>surga</a:t>
            </a:r>
            <a:r>
              <a:rPr lang="en-ID" sz="4000" dirty="0">
                <a:solidFill>
                  <a:schemeClr val="bg2"/>
                </a:solidFill>
                <a:highlight>
                  <a:srgbClr val="00FF00"/>
                </a:highlight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1929740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B06EC45-AD46-B1C7-A757-15992F26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>
                <a:solidFill>
                  <a:schemeClr val="bg2"/>
                </a:solidFill>
              </a:rPr>
              <a:t>Kuis</a:t>
            </a:r>
            <a:r>
              <a:rPr lang="en-ID" dirty="0">
                <a:solidFill>
                  <a:schemeClr val="bg2"/>
                </a:solidFill>
              </a:rPr>
              <a:t> </a:t>
            </a:r>
            <a:r>
              <a:rPr lang="en-ID" dirty="0" err="1">
                <a:solidFill>
                  <a:schemeClr val="bg2"/>
                </a:solidFill>
              </a:rPr>
              <a:t>Mengenal</a:t>
            </a:r>
            <a:r>
              <a:rPr lang="en-ID" dirty="0">
                <a:solidFill>
                  <a:schemeClr val="bg2"/>
                </a:solidFill>
              </a:rPr>
              <a:t> Allah </a:t>
            </a:r>
            <a:r>
              <a:rPr lang="en-ID" dirty="0" err="1">
                <a:solidFill>
                  <a:schemeClr val="bg2"/>
                </a:solidFill>
              </a:rPr>
              <a:t>melalui</a:t>
            </a:r>
            <a:r>
              <a:rPr lang="en-ID" dirty="0">
                <a:solidFill>
                  <a:schemeClr val="bg2"/>
                </a:solidFill>
              </a:rPr>
              <a:t> </a:t>
            </a:r>
            <a:r>
              <a:rPr lang="en-ID" dirty="0" err="1">
                <a:solidFill>
                  <a:schemeClr val="bg2"/>
                </a:solidFill>
              </a:rPr>
              <a:t>Asmaul</a:t>
            </a:r>
            <a:r>
              <a:rPr lang="en-ID" dirty="0">
                <a:solidFill>
                  <a:schemeClr val="bg2"/>
                </a:solidFill>
              </a:rPr>
              <a:t> Husna</a:t>
            </a:r>
          </a:p>
        </p:txBody>
      </p:sp>
      <p:graphicFrame>
        <p:nvGraphicFramePr>
          <p:cNvPr id="4" name="Tampungan Konten 3">
            <a:extLst>
              <a:ext uri="{FF2B5EF4-FFF2-40B4-BE49-F238E27FC236}">
                <a16:creationId xmlns:a16="http://schemas.microsoft.com/office/drawing/2014/main" id="{B82A6A22-2650-69C4-9D71-EB39785E2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6956568"/>
              </p:ext>
            </p:extLst>
          </p:nvPr>
        </p:nvGraphicFramePr>
        <p:xfrm>
          <a:off x="1295400" y="2557463"/>
          <a:ext cx="9601200" cy="185420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95031019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62702752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3552933034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279241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/>
                        <a:t>Asmaul</a:t>
                      </a:r>
                      <a:r>
                        <a:rPr lang="en-ID" dirty="0"/>
                        <a:t> Husna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Arti / Makna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Bukti / Contoh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Cara </a:t>
                      </a:r>
                      <a:r>
                        <a:rPr lang="en-ID" dirty="0" err="1"/>
                        <a:t>Meneladani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247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>
                          <a:effectLst/>
                        </a:rPr>
                        <a:t>Al-Hafiz</a:t>
                      </a:r>
                      <a:endParaRPr lang="en-ID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sv-SE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01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>
                          <a:effectLst/>
                        </a:rPr>
                        <a:t>Al-Waliy</a:t>
                      </a:r>
                      <a:endParaRPr lang="en-ID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sv-SE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28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>
                          <a:effectLst/>
                        </a:rPr>
                        <a:t>Al-Alim</a:t>
                      </a:r>
                      <a:endParaRPr lang="en-ID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65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>
                          <a:effectLst/>
                        </a:rPr>
                        <a:t>Al-Khabir</a:t>
                      </a:r>
                      <a:endParaRPr lang="en-ID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0740721"/>
                  </a:ext>
                </a:extLst>
              </a:tr>
            </a:tbl>
          </a:graphicData>
        </a:graphic>
      </p:graphicFrame>
      <p:sp>
        <p:nvSpPr>
          <p:cNvPr id="5" name="Persegi Panjang 4">
            <a:extLst>
              <a:ext uri="{FF2B5EF4-FFF2-40B4-BE49-F238E27FC236}">
                <a16:creationId xmlns:a16="http://schemas.microsoft.com/office/drawing/2014/main" id="{F563EA80-FF7B-6F86-6C89-A082C63FC979}"/>
              </a:ext>
            </a:extLst>
          </p:cNvPr>
          <p:cNvSpPr/>
          <p:nvPr/>
        </p:nvSpPr>
        <p:spPr>
          <a:xfrm>
            <a:off x="7543800" y="4833257"/>
            <a:ext cx="3603171" cy="1042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*ISILAH KOLOM DI ATAS*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206143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ambar 5">
            <a:extLst>
              <a:ext uri="{FF2B5EF4-FFF2-40B4-BE49-F238E27FC236}">
                <a16:creationId xmlns:a16="http://schemas.microsoft.com/office/drawing/2014/main" id="{8CC5EAC2-8776-A5EA-47D1-E53DCCA98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ersegi: Sudut Diagonal Terpotong 3">
            <a:extLst>
              <a:ext uri="{FF2B5EF4-FFF2-40B4-BE49-F238E27FC236}">
                <a16:creationId xmlns:a16="http://schemas.microsoft.com/office/drawing/2014/main" id="{C81850F4-9B4A-3C75-BDAD-955482E21522}"/>
              </a:ext>
            </a:extLst>
          </p:cNvPr>
          <p:cNvSpPr/>
          <p:nvPr/>
        </p:nvSpPr>
        <p:spPr>
          <a:xfrm>
            <a:off x="2645229" y="1366039"/>
            <a:ext cx="6335486" cy="987425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Judul 1">
            <a:extLst>
              <a:ext uri="{FF2B5EF4-FFF2-40B4-BE49-F238E27FC236}">
                <a16:creationId xmlns:a16="http://schemas.microsoft.com/office/drawing/2014/main" id="{CF21DCDF-C9D3-009F-B7B3-4236338BE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72" y="1196971"/>
            <a:ext cx="10515600" cy="1325563"/>
          </a:xfrm>
        </p:spPr>
        <p:txBody>
          <a:bodyPr/>
          <a:lstStyle/>
          <a:p>
            <a:r>
              <a:rPr lang="en-US" dirty="0"/>
              <a:t>Mari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menonton</a:t>
            </a:r>
            <a:r>
              <a:rPr lang="en-US" dirty="0"/>
              <a:t> video</a:t>
            </a:r>
            <a:endParaRPr lang="en-ID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417F7346-EED6-EBB4-DBF7-5135896BB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4201885"/>
            <a:ext cx="7315200" cy="1975077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>
              <a:buNone/>
            </a:pPr>
            <a:r>
              <a:rPr lang="en-ID" dirty="0">
                <a:solidFill>
                  <a:schemeClr val="tx1"/>
                </a:solidFill>
              </a:rPr>
              <a:t>https://youtu.be/QqiKvV3hr7w?si=yneITKEi6dDJVUwa</a:t>
            </a:r>
          </a:p>
        </p:txBody>
      </p:sp>
      <p:sp>
        <p:nvSpPr>
          <p:cNvPr id="5" name="Panah: Melengkung ke Kanan 4">
            <a:extLst>
              <a:ext uri="{FF2B5EF4-FFF2-40B4-BE49-F238E27FC236}">
                <a16:creationId xmlns:a16="http://schemas.microsoft.com/office/drawing/2014/main" id="{E224A00B-4242-6D9E-C4BA-A1213BC59B7D}"/>
              </a:ext>
            </a:extLst>
          </p:cNvPr>
          <p:cNvSpPr/>
          <p:nvPr/>
        </p:nvSpPr>
        <p:spPr>
          <a:xfrm rot="20805568">
            <a:off x="1429074" y="3545617"/>
            <a:ext cx="1219200" cy="1730829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pic>
        <p:nvPicPr>
          <p:cNvPr id="7" name="Gambar 6">
            <a:extLst>
              <a:ext uri="{FF2B5EF4-FFF2-40B4-BE49-F238E27FC236}">
                <a16:creationId xmlns:a16="http://schemas.microsoft.com/office/drawing/2014/main" id="{72790256-60C8-050F-7E01-36FDFF3DD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415" y="5189423"/>
            <a:ext cx="1749229" cy="1749229"/>
          </a:xfrm>
          <a:prstGeom prst="ellipse">
            <a:avLst/>
          </a:prstGeom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293518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A964723-BD4C-9709-928D-13D2F71C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886" y="2422525"/>
            <a:ext cx="10515600" cy="1325563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ar-AE" dirty="0"/>
              <a:t>وَعَلَيْكُمْ السَّلاَمُ وَرَحْمَةُ اللهِ وَبَرَكَاتُهُ </a:t>
            </a:r>
            <a:endParaRPr lang="en-ID" dirty="0"/>
          </a:p>
        </p:txBody>
      </p:sp>
      <p:pic>
        <p:nvPicPr>
          <p:cNvPr id="3" name="Gambar 2">
            <a:extLst>
              <a:ext uri="{FF2B5EF4-FFF2-40B4-BE49-F238E27FC236}">
                <a16:creationId xmlns:a16="http://schemas.microsoft.com/office/drawing/2014/main" id="{494A68B6-F979-1555-D5F7-2C8498705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711" y="4222297"/>
            <a:ext cx="3131004" cy="178226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157223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">
  <a:themeElements>
    <a:clrScheme name="Organik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k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ngkilap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169</TotalTime>
  <Words>442</Words>
  <Application>Microsoft Office PowerPoint</Application>
  <PresentationFormat>Layar Lebar</PresentationFormat>
  <Paragraphs>64</Paragraphs>
  <Slides>12</Slides>
  <Notes>1</Notes>
  <HiddenSlides>0</HiddenSlides>
  <MMClips>0</MMClips>
  <ScaleCrop>false</ScaleCrop>
  <HeadingPairs>
    <vt:vector size="6" baseType="variant">
      <vt:variant>
        <vt:lpstr>Font Dipakai</vt:lpstr>
      </vt:variant>
      <vt:variant>
        <vt:i4>5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12</vt:i4>
      </vt:variant>
    </vt:vector>
  </HeadingPairs>
  <TitlesOfParts>
    <vt:vector size="18" baseType="lpstr">
      <vt:lpstr>Arial</vt:lpstr>
      <vt:lpstr>Calibri</vt:lpstr>
      <vt:lpstr>Garamond</vt:lpstr>
      <vt:lpstr>Google Sans Text</vt:lpstr>
      <vt:lpstr>Wingdings</vt:lpstr>
      <vt:lpstr>Organik</vt:lpstr>
      <vt:lpstr>بِسْمِ اللَّهِ الرَّحْمَٰنِ الرَّحِيمِ</vt:lpstr>
      <vt:lpstr>BAB 2 MARI MENGENAL ALLOH SWT MELALUI ASMAUL HUSNA</vt:lpstr>
      <vt:lpstr>PENDAHULUAN</vt:lpstr>
      <vt:lpstr>A. Al-Hafiz (Maha Memelihara)</vt:lpstr>
      <vt:lpstr>B. Al-Wali  (Maha Melindungi)</vt:lpstr>
      <vt:lpstr>C. Al-Alim  (Maha Mengetahui)</vt:lpstr>
      <vt:lpstr>Presentasi PowerPoint</vt:lpstr>
      <vt:lpstr>Kesimpulan &amp; Hikmah</vt:lpstr>
      <vt:lpstr>Penutup</vt:lpstr>
      <vt:lpstr>Kuis Mengenal Allah melalui Asmaul Husna</vt:lpstr>
      <vt:lpstr>Mari kita menonton video</vt:lpstr>
      <vt:lpstr>وَعَلَيْكُمْ السَّلاَمُ وَرَحْمَةُ اللهِ وَبَرَكَاتُهُ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mahmudin -</dc:creator>
  <cp:lastModifiedBy>mahmudin -</cp:lastModifiedBy>
  <cp:revision>1</cp:revision>
  <dcterms:created xsi:type="dcterms:W3CDTF">2026-01-07T13:18:32Z</dcterms:created>
  <dcterms:modified xsi:type="dcterms:W3CDTF">2026-01-09T06:53:04Z</dcterms:modified>
</cp:coreProperties>
</file>