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Helvetica World" charset="1" panose="020B0500040000020004"/>
      <p:regular r:id="rId23"/>
    </p:embeddedFont>
    <p:embeddedFont>
      <p:font typeface="Georgia Pro Condensed" charset="1" panose="02040506050405020303"/>
      <p:regular r:id="rId24"/>
    </p:embeddedFont>
    <p:embeddedFont>
      <p:font typeface="Open Sans Bold" charset="1" panose="020B0806030504020204"/>
      <p:regular r:id="rId25"/>
    </p:embeddedFont>
    <p:embeddedFont>
      <p:font typeface="Helvetica World Bold" charset="1" panose="020B0800040000020004"/>
      <p:regular r:id="rId26"/>
    </p:embeddedFont>
    <p:embeddedFont>
      <p:font typeface="Georgia Pro Condensed Bold" charset="1" panose="020408060504050202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230" y="0"/>
            <a:ext cx="9754495" cy="10299700"/>
            <a:chOff x="0" y="0"/>
            <a:chExt cx="838910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910" cy="885799"/>
            </a:xfrm>
            <a:custGeom>
              <a:avLst/>
              <a:gdLst/>
              <a:ahLst/>
              <a:cxnLst/>
              <a:rect r="r" b="b" t="t" l="l"/>
              <a:pathLst>
                <a:path h="885799" w="838910">
                  <a:moveTo>
                    <a:pt x="0" y="0"/>
                  </a:moveTo>
                  <a:lnTo>
                    <a:pt x="838910" y="0"/>
                  </a:lnTo>
                  <a:lnTo>
                    <a:pt x="838910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4A7C9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099217" y="2613266"/>
            <a:ext cx="8188783" cy="5386011"/>
            <a:chOff x="0" y="0"/>
            <a:chExt cx="1159653" cy="7627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9653" cy="762739"/>
            </a:xfrm>
            <a:custGeom>
              <a:avLst/>
              <a:gdLst/>
              <a:ahLst/>
              <a:cxnLst/>
              <a:rect r="r" b="b" t="t" l="l"/>
              <a:pathLst>
                <a:path h="762739" w="1159653">
                  <a:moveTo>
                    <a:pt x="18909" y="0"/>
                  </a:moveTo>
                  <a:lnTo>
                    <a:pt x="1140745" y="0"/>
                  </a:lnTo>
                  <a:cubicBezTo>
                    <a:pt x="1145760" y="0"/>
                    <a:pt x="1150569" y="1992"/>
                    <a:pt x="1154115" y="5538"/>
                  </a:cubicBezTo>
                  <a:cubicBezTo>
                    <a:pt x="1157661" y="9084"/>
                    <a:pt x="1159653" y="13894"/>
                    <a:pt x="1159653" y="18909"/>
                  </a:cubicBezTo>
                  <a:lnTo>
                    <a:pt x="1159653" y="743831"/>
                  </a:lnTo>
                  <a:cubicBezTo>
                    <a:pt x="1159653" y="754274"/>
                    <a:pt x="1151188" y="762739"/>
                    <a:pt x="1140745" y="762739"/>
                  </a:cubicBezTo>
                  <a:lnTo>
                    <a:pt x="18909" y="762739"/>
                  </a:lnTo>
                  <a:cubicBezTo>
                    <a:pt x="13894" y="762739"/>
                    <a:pt x="9084" y="760747"/>
                    <a:pt x="5538" y="757201"/>
                  </a:cubicBezTo>
                  <a:cubicBezTo>
                    <a:pt x="1992" y="753655"/>
                    <a:pt x="0" y="748845"/>
                    <a:pt x="0" y="743831"/>
                  </a:cubicBezTo>
                  <a:lnTo>
                    <a:pt x="0" y="18909"/>
                  </a:lnTo>
                  <a:cubicBezTo>
                    <a:pt x="0" y="8466"/>
                    <a:pt x="8466" y="0"/>
                    <a:pt x="1890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87" r="0" b="-58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23850" y="8456295"/>
            <a:ext cx="8297154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680"/>
              </a:lnSpc>
            </a:pPr>
            <a:r>
              <a:rPr lang="en-US" sz="36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Pendidikan Agama Islam dan Budi Pekerti Kelas IV Semester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1219200"/>
            <a:ext cx="8270570" cy="549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657"/>
              </a:lnSpc>
            </a:pPr>
            <a:r>
              <a:rPr lang="en-US" sz="10657" spc="-372" strike="noStrike" u="none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Indahnya Saling Menghargai dalam Keragaman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20400" y="862370"/>
            <a:ext cx="14191084" cy="9050134"/>
          </a:xfrm>
          <a:custGeom>
            <a:avLst/>
            <a:gdLst/>
            <a:ahLst/>
            <a:cxnLst/>
            <a:rect r="r" b="b" t="t" l="l"/>
            <a:pathLst>
              <a:path h="9050134" w="14191084">
                <a:moveTo>
                  <a:pt x="0" y="0"/>
                </a:moveTo>
                <a:lnTo>
                  <a:pt x="14191084" y="0"/>
                </a:lnTo>
                <a:lnTo>
                  <a:pt x="14191084" y="9050134"/>
                </a:lnTo>
                <a:lnTo>
                  <a:pt x="0" y="90501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973" t="-18844" r="-18054" b="-813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3976" y="752229"/>
            <a:ext cx="16525324" cy="9152487"/>
          </a:xfrm>
          <a:custGeom>
            <a:avLst/>
            <a:gdLst/>
            <a:ahLst/>
            <a:cxnLst/>
            <a:rect r="r" b="b" t="t" l="l"/>
            <a:pathLst>
              <a:path h="9152487" w="16525324">
                <a:moveTo>
                  <a:pt x="0" y="0"/>
                </a:moveTo>
                <a:lnTo>
                  <a:pt x="16525324" y="0"/>
                </a:lnTo>
                <a:lnTo>
                  <a:pt x="16525324" y="9152487"/>
                </a:lnTo>
                <a:lnTo>
                  <a:pt x="0" y="91524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510" t="-30847" r="-44587" b="-63141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1155" y="1703321"/>
            <a:ext cx="7257900" cy="4523409"/>
          </a:xfrm>
          <a:custGeom>
            <a:avLst/>
            <a:gdLst/>
            <a:ahLst/>
            <a:cxnLst/>
            <a:rect r="r" b="b" t="t" l="l"/>
            <a:pathLst>
              <a:path h="4523409" w="7257900">
                <a:moveTo>
                  <a:pt x="0" y="0"/>
                </a:moveTo>
                <a:lnTo>
                  <a:pt x="7257900" y="0"/>
                </a:lnTo>
                <a:lnTo>
                  <a:pt x="7257900" y="4523409"/>
                </a:lnTo>
                <a:lnTo>
                  <a:pt x="0" y="45234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4615"/>
            <a:ext cx="8426648" cy="64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Coba lihat gambar ini dibawah ini!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67222" y="1627121"/>
            <a:ext cx="8426648" cy="131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Bolehkah kita mengejek teman dengan kata “JELEK”?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67222" y="3270336"/>
            <a:ext cx="8426648" cy="131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Bolehkah kita mengejek teman dengan kata “ITEM”?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67222" y="4913551"/>
            <a:ext cx="8426648" cy="131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Bolehkah kita mengejek teman dengan nama “BINATANG”?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6803" y="7241382"/>
            <a:ext cx="16577067" cy="1274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5"/>
              </a:lnSpc>
            </a:pPr>
            <a:r>
              <a:rPr lang="en-US" sz="747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JELAS TIDAK BOLEH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31539" y="277344"/>
            <a:ext cx="13151193" cy="5827712"/>
          </a:xfrm>
          <a:custGeom>
            <a:avLst/>
            <a:gdLst/>
            <a:ahLst/>
            <a:cxnLst/>
            <a:rect r="r" b="b" t="t" l="l"/>
            <a:pathLst>
              <a:path h="5827712" w="13151193">
                <a:moveTo>
                  <a:pt x="0" y="0"/>
                </a:moveTo>
                <a:lnTo>
                  <a:pt x="13151193" y="0"/>
                </a:lnTo>
                <a:lnTo>
                  <a:pt x="13151193" y="5827712"/>
                </a:lnTo>
                <a:lnTo>
                  <a:pt x="0" y="5827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28" t="0" r="0" b="-2016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5419" y="6654199"/>
            <a:ext cx="12780020" cy="71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Negara Indonesia adalah Negara yang Majemuk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5419" y="7680993"/>
            <a:ext cx="17537162" cy="71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Terdiri dari beraneka ragam agama, budaya, bahasa, suku bangsa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5419" y="8707788"/>
            <a:ext cx="17912581" cy="132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4"/>
              </a:lnSpc>
            </a:pPr>
            <a:r>
              <a:rPr lang="en-US" sz="379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Keragaman merupakan kenyataan yang tidak bisa dihindari dan merupakan sunatullah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A7C9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9F2E7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37109" y="2791196"/>
            <a:ext cx="8142591" cy="4704608"/>
          </a:xfrm>
          <a:custGeom>
            <a:avLst/>
            <a:gdLst/>
            <a:ahLst/>
            <a:cxnLst/>
            <a:rect r="r" b="b" t="t" l="l"/>
            <a:pathLst>
              <a:path h="4704608" w="8142591">
                <a:moveTo>
                  <a:pt x="0" y="0"/>
                </a:moveTo>
                <a:lnTo>
                  <a:pt x="8142591" y="0"/>
                </a:lnTo>
                <a:lnTo>
                  <a:pt x="8142591" y="4704608"/>
                </a:lnTo>
                <a:lnTo>
                  <a:pt x="0" y="4704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758" t="-56030" r="-54634" b="-3994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06674" y="952500"/>
            <a:ext cx="11508316" cy="1157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46"/>
              </a:lnSpc>
            </a:pPr>
            <a:r>
              <a:rPr lang="en-US" sz="7112" spc="-213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Keragaman Sebagai Sunatullah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16747" y="2888404"/>
            <a:ext cx="7139029" cy="166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1"/>
              </a:lnSpc>
            </a:pPr>
            <a:r>
              <a:rPr lang="en-US" sz="319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Pernahkah kalian  bertemu dengan orang yang berbeda warna kulitnya? atau matanya sipit?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16747" y="5086350"/>
            <a:ext cx="6963665" cy="222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1"/>
              </a:lnSpc>
            </a:pPr>
            <a:r>
              <a:rPr lang="en-US" sz="319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Dunia ini diisi dengan berbagai jenis manusia dari berbagai macam bangsa. Ada Melayu, China,  Eropa.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41237" y="8029204"/>
            <a:ext cx="12405526" cy="119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1"/>
              </a:lnSpc>
            </a:pPr>
            <a:r>
              <a:rPr lang="en-US" sz="348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Kenapa kita diciptakan berbeda? Tujuannya adalah UNTUK SALING MENGENAL SATU SAMA LAIN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2E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30620" y="1443688"/>
            <a:ext cx="9495406" cy="8272114"/>
            <a:chOff x="0" y="0"/>
            <a:chExt cx="1550749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0749" cy="1350966"/>
            </a:xfrm>
            <a:custGeom>
              <a:avLst/>
              <a:gdLst/>
              <a:ahLst/>
              <a:cxnLst/>
              <a:rect r="r" b="b" t="t" l="l"/>
              <a:pathLst>
                <a:path h="1350966" w="1550749">
                  <a:moveTo>
                    <a:pt x="0" y="0"/>
                  </a:moveTo>
                  <a:lnTo>
                    <a:pt x="1550749" y="0"/>
                  </a:lnTo>
                  <a:lnTo>
                    <a:pt x="1550749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883" t="0" r="-4883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790575"/>
            <a:ext cx="6886575" cy="286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00"/>
              </a:lnSpc>
              <a:spcBef>
                <a:spcPct val="0"/>
              </a:spcBef>
            </a:pPr>
            <a:r>
              <a:rPr lang="en-US" sz="7400" strike="noStrike" u="none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Saling Menghargai dalam Keragaman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5513069"/>
            <a:ext cx="6886575" cy="41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19"/>
              </a:lnSpc>
            </a:pPr>
            <a:r>
              <a:rPr lang="en-US" b="true" sz="3299" spc="-49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Saling menghargai</a:t>
            </a:r>
            <a:r>
              <a:rPr lang="en-US" sz="3299" spc="-49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adalah nilai penting dalam Islam. Allah mengajarkan kita untuk menghormati setiap orang, memperlakukan mereka dengan baik, dan menyadari bahwa keragaman adalah keindahan yang harus dirayakan.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4A7C9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99972" y="1028700"/>
            <a:ext cx="8938230" cy="5017238"/>
            <a:chOff x="0" y="0"/>
            <a:chExt cx="11917641" cy="668965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579304" y="66675"/>
              <a:ext cx="11099800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0000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Allah Menciptakan Manusia Berbeda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5114851"/>
              <a:ext cx="11917641" cy="157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19"/>
                </a:lnSpc>
                <a:spcBef>
                  <a:spcPct val="0"/>
                </a:spcBef>
              </a:pPr>
              <a:r>
                <a:rPr lang="en-US" b="true" sz="3599" spc="-53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Keberagaman adalah Anugerah yang Indah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499972" y="6364577"/>
            <a:ext cx="9227285" cy="289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74"/>
              </a:lnSpc>
            </a:pPr>
            <a:r>
              <a:rPr lang="en-US" sz="3338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Allah menciptakan kita semua dengan berbagai keunikan dan latar belakang. Setiap perbedaan adalah cara Allah menunjukkan kebesaran-Nya, mengingatkan kita untuk saling menghargai dan menyayangi satu sama lain.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94859" y="3092459"/>
            <a:ext cx="12388860" cy="6855723"/>
          </a:xfrm>
          <a:custGeom>
            <a:avLst/>
            <a:gdLst/>
            <a:ahLst/>
            <a:cxnLst/>
            <a:rect r="r" b="b" t="t" l="l"/>
            <a:pathLst>
              <a:path h="6855723" w="12388860">
                <a:moveTo>
                  <a:pt x="0" y="0"/>
                </a:moveTo>
                <a:lnTo>
                  <a:pt x="12388860" y="0"/>
                </a:lnTo>
                <a:lnTo>
                  <a:pt x="12388860" y="6855723"/>
                </a:lnTo>
                <a:lnTo>
                  <a:pt x="0" y="6855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110" t="-38121" r="-47664" b="-5062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09037" y="1274276"/>
            <a:ext cx="10960504" cy="1000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5"/>
              </a:lnSpc>
            </a:pPr>
            <a:r>
              <a:rPr lang="en-US" sz="590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Ajaran Kebaikan dalam Islam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4A7C9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685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51001" y="2457450"/>
            <a:ext cx="12928605" cy="7589667"/>
          </a:xfrm>
          <a:custGeom>
            <a:avLst/>
            <a:gdLst/>
            <a:ahLst/>
            <a:cxnLst/>
            <a:rect r="r" b="b" t="t" l="l"/>
            <a:pathLst>
              <a:path h="7589667" w="12928605">
                <a:moveTo>
                  <a:pt x="0" y="0"/>
                </a:moveTo>
                <a:lnTo>
                  <a:pt x="12928605" y="0"/>
                </a:lnTo>
                <a:lnTo>
                  <a:pt x="12928605" y="7589667"/>
                </a:lnTo>
                <a:lnTo>
                  <a:pt x="0" y="7589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290" t="-48965" r="-50864" b="-4368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50" y="809625"/>
            <a:ext cx="16954500" cy="1057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00"/>
              </a:lnSpc>
            </a:pPr>
            <a:r>
              <a:rPr lang="en-US" sz="7900" spc="-237">
                <a:solidFill>
                  <a:srgbClr val="F9F2E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Kisah Nabi Muhammad tentang Menghargai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6A94C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609121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4A7C9D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13581" y="3732841"/>
            <a:ext cx="4247481" cy="4485860"/>
          </a:xfrm>
          <a:custGeom>
            <a:avLst/>
            <a:gdLst/>
            <a:ahLst/>
            <a:cxnLst/>
            <a:rect r="r" b="b" t="t" l="l"/>
            <a:pathLst>
              <a:path h="4485860" w="4247481">
                <a:moveTo>
                  <a:pt x="0" y="0"/>
                </a:moveTo>
                <a:lnTo>
                  <a:pt x="4247481" y="0"/>
                </a:lnTo>
                <a:lnTo>
                  <a:pt x="4247481" y="4485860"/>
                </a:lnTo>
                <a:lnTo>
                  <a:pt x="0" y="44858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6493" t="-19526" r="-77003" b="-1542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77114" y="3655313"/>
            <a:ext cx="10574004" cy="4640916"/>
          </a:xfrm>
          <a:custGeom>
            <a:avLst/>
            <a:gdLst/>
            <a:ahLst/>
            <a:cxnLst/>
            <a:rect r="r" b="b" t="t" l="l"/>
            <a:pathLst>
              <a:path h="4640916" w="10574004">
                <a:moveTo>
                  <a:pt x="0" y="0"/>
                </a:moveTo>
                <a:lnTo>
                  <a:pt x="10574005" y="0"/>
                </a:lnTo>
                <a:lnTo>
                  <a:pt x="10574005" y="4640916"/>
                </a:lnTo>
                <a:lnTo>
                  <a:pt x="0" y="46409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224" t="-43995" r="-43370" b="-8606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98909" y="971550"/>
            <a:ext cx="11490182" cy="179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54"/>
              </a:lnSpc>
            </a:pPr>
            <a:r>
              <a:rPr lang="en-US" sz="5503" spc="-165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Apakah Agama Lain Mengajarkan Kebaikan?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6750" y="3809377"/>
            <a:ext cx="6506121" cy="3566318"/>
          </a:xfrm>
          <a:custGeom>
            <a:avLst/>
            <a:gdLst/>
            <a:ahLst/>
            <a:cxnLst/>
            <a:rect r="r" b="b" t="t" l="l"/>
            <a:pathLst>
              <a:path h="3566318" w="6506121">
                <a:moveTo>
                  <a:pt x="0" y="0"/>
                </a:moveTo>
                <a:lnTo>
                  <a:pt x="6506121" y="0"/>
                </a:lnTo>
                <a:lnTo>
                  <a:pt x="6506121" y="3566318"/>
                </a:lnTo>
                <a:lnTo>
                  <a:pt x="0" y="3566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15806" y="5143500"/>
            <a:ext cx="7229327" cy="5037760"/>
          </a:xfrm>
          <a:custGeom>
            <a:avLst/>
            <a:gdLst/>
            <a:ahLst/>
            <a:cxnLst/>
            <a:rect r="r" b="b" t="t" l="l"/>
            <a:pathLst>
              <a:path h="5037760" w="7229327">
                <a:moveTo>
                  <a:pt x="0" y="0"/>
                </a:moveTo>
                <a:lnTo>
                  <a:pt x="7229328" y="0"/>
                </a:lnTo>
                <a:lnTo>
                  <a:pt x="7229328" y="5037760"/>
                </a:lnTo>
                <a:lnTo>
                  <a:pt x="0" y="5037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183" t="-34135" r="-46427" b="-2368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A7C9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733425"/>
            <a:ext cx="15516225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</a:pPr>
            <a:r>
              <a:rPr lang="en-US" sz="8000" spc="-24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Saling Menghormati dan Menghargai Orang yang Berbeda Agama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3461401"/>
            <a:ext cx="8431132" cy="1246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37"/>
              </a:lnSpc>
            </a:pPr>
            <a:r>
              <a:rPr lang="en-US" sz="4397" spc="-131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Apakah kalian punya teman yang berbeda agama?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5075" y="8313451"/>
            <a:ext cx="8431132" cy="1856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37"/>
              </a:lnSpc>
            </a:pPr>
            <a:r>
              <a:rPr lang="en-US" sz="4397" spc="-131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Apakah sikap gambar disampaing sudah mencerminkan saling menghormati dan menghargai?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43154" y="849797"/>
            <a:ext cx="10201692" cy="9021883"/>
          </a:xfrm>
          <a:custGeom>
            <a:avLst/>
            <a:gdLst/>
            <a:ahLst/>
            <a:cxnLst/>
            <a:rect r="r" b="b" t="t" l="l"/>
            <a:pathLst>
              <a:path h="9021883" w="10201692">
                <a:moveTo>
                  <a:pt x="0" y="0"/>
                </a:moveTo>
                <a:lnTo>
                  <a:pt x="10201692" y="0"/>
                </a:lnTo>
                <a:lnTo>
                  <a:pt x="10201692" y="9021883"/>
                </a:lnTo>
                <a:lnTo>
                  <a:pt x="0" y="90218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41" r="0" b="-87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A7C9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6838" y="269096"/>
            <a:ext cx="14790765" cy="1801529"/>
            <a:chOff x="0" y="0"/>
            <a:chExt cx="3895510" cy="4744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95510" cy="474477"/>
            </a:xfrm>
            <a:custGeom>
              <a:avLst/>
              <a:gdLst/>
              <a:ahLst/>
              <a:cxnLst/>
              <a:rect r="r" b="b" t="t" l="l"/>
              <a:pathLst>
                <a:path h="474477" w="3895510">
                  <a:moveTo>
                    <a:pt x="0" y="0"/>
                  </a:moveTo>
                  <a:lnTo>
                    <a:pt x="3895510" y="0"/>
                  </a:lnTo>
                  <a:lnTo>
                    <a:pt x="3895510" y="474477"/>
                  </a:lnTo>
                  <a:lnTo>
                    <a:pt x="0" y="474477"/>
                  </a:lnTo>
                  <a:close/>
                </a:path>
              </a:pathLst>
            </a:custGeom>
            <a:solidFill>
              <a:srgbClr val="4A7C9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95510" cy="512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96391" y="2361837"/>
            <a:ext cx="9933717" cy="7227636"/>
          </a:xfrm>
          <a:custGeom>
            <a:avLst/>
            <a:gdLst/>
            <a:ahLst/>
            <a:cxnLst/>
            <a:rect r="r" b="b" t="t" l="l"/>
            <a:pathLst>
              <a:path h="7227636" w="9933717">
                <a:moveTo>
                  <a:pt x="0" y="0"/>
                </a:moveTo>
                <a:lnTo>
                  <a:pt x="9933717" y="0"/>
                </a:lnTo>
                <a:lnTo>
                  <a:pt x="9933717" y="7227635"/>
                </a:lnTo>
                <a:lnTo>
                  <a:pt x="0" y="722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492" t="-19156" r="-35836" b="-1323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63656" y="546710"/>
            <a:ext cx="15097129" cy="134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43"/>
              </a:lnSpc>
            </a:pPr>
            <a:r>
              <a:rPr lang="en-US" b="true" sz="5143" spc="-154">
                <a:solidFill>
                  <a:srgbClr val="00000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Ayat Al-Qur’an tentang Saling Menghormati dan Menghargai Perbedaan Agama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6838" y="269096"/>
            <a:ext cx="14432960" cy="1239264"/>
            <a:chOff x="0" y="0"/>
            <a:chExt cx="3801273" cy="3263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01273" cy="326391"/>
            </a:xfrm>
            <a:custGeom>
              <a:avLst/>
              <a:gdLst/>
              <a:ahLst/>
              <a:cxnLst/>
              <a:rect r="r" b="b" t="t" l="l"/>
              <a:pathLst>
                <a:path h="326391" w="3801273">
                  <a:moveTo>
                    <a:pt x="0" y="0"/>
                  </a:moveTo>
                  <a:lnTo>
                    <a:pt x="3801273" y="0"/>
                  </a:lnTo>
                  <a:lnTo>
                    <a:pt x="3801273" y="326391"/>
                  </a:lnTo>
                  <a:lnTo>
                    <a:pt x="0" y="326391"/>
                  </a:lnTo>
                  <a:close/>
                </a:path>
              </a:pathLst>
            </a:custGeom>
            <a:solidFill>
              <a:srgbClr val="4A7C9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01273" cy="364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81809" y="2750672"/>
            <a:ext cx="17460823" cy="4412771"/>
          </a:xfrm>
          <a:custGeom>
            <a:avLst/>
            <a:gdLst/>
            <a:ahLst/>
            <a:cxnLst/>
            <a:rect r="r" b="b" t="t" l="l"/>
            <a:pathLst>
              <a:path h="4412771" w="17460823">
                <a:moveTo>
                  <a:pt x="0" y="0"/>
                </a:moveTo>
                <a:lnTo>
                  <a:pt x="17460823" y="0"/>
                </a:lnTo>
                <a:lnTo>
                  <a:pt x="17460823" y="4412771"/>
                </a:lnTo>
                <a:lnTo>
                  <a:pt x="0" y="4412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783" t="-66302" r="-37783" b="-22427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63656" y="546710"/>
            <a:ext cx="15097129" cy="688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43"/>
              </a:lnSpc>
            </a:pPr>
            <a:r>
              <a:rPr lang="en-US" b="true" sz="5143" spc="-154">
                <a:solidFill>
                  <a:srgbClr val="00000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Sikap Terbaik dalam Keragaman Perbedaan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9F2E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4098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4A7C9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Menjaga Persahabatan dengan Saling Menghargai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6715" y="5685396"/>
            <a:ext cx="7906091" cy="2543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8"/>
              </a:lnSpc>
            </a:pPr>
            <a:r>
              <a:rPr lang="en-US" sz="2870" spc="-43" strike="noStrike" u="none">
                <a:solidFill>
                  <a:srgbClr val="4A7C9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Mari kita </a:t>
            </a:r>
            <a:r>
              <a:rPr lang="en-US" b="true" sz="2870" spc="-43" strike="noStrike" u="none">
                <a:solidFill>
                  <a:srgbClr val="4A7C9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jaga indahnya persahabatan</a:t>
            </a:r>
            <a:r>
              <a:rPr lang="en-US" sz="2870" spc="-43" strike="noStrike" u="none">
                <a:solidFill>
                  <a:srgbClr val="4A7C9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dengan saling menghargai. Setiap tindakan kecil kita dapat menciptakan lingkungan yang lebih baik dan memperkuat hubungan di antara teman-teman dan keluarga kita.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4A7C9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9011285"/>
            <a:ext cx="8324850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4A7C9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Mari saling menghargai setiap hari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389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4A7C9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Terima kasih!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Presentasi - Indahnya Saling Menghargai</dc:description>
  <dc:identifier>DAG8-3-pcwo</dc:identifier>
  <dcterms:modified xsi:type="dcterms:W3CDTF">2011-08-01T06:04:30Z</dcterms:modified>
  <cp:revision>1</cp:revision>
  <dc:title>Presentasi - Indahnya Saling Menghargai</dc:title>
</cp:coreProperties>
</file>