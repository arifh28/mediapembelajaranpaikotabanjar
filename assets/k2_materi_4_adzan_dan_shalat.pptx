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Helvetica World" charset="1" panose="020B0500040000020004"/>
      <p:regular r:id="rId29"/>
    </p:embeddedFont>
    <p:embeddedFont>
      <p:font typeface="Georgia Pro Condensed" charset="1" panose="02040506050405020303"/>
      <p:regular r:id="rId30"/>
    </p:embeddedFont>
    <p:embeddedFont>
      <p:font typeface="Open Sans Bold" charset="1" panose="020B0806030504020204"/>
      <p:regular r:id="rId31"/>
    </p:embeddedFont>
    <p:embeddedFont>
      <p:font typeface="Georgia Pro Condensed Bold" charset="1" panose="02040806050405020203"/>
      <p:regular r:id="rId32"/>
    </p:embeddedFont>
    <p:embeddedFont>
      <p:font typeface="Helvetica World Bold" charset="1" panose="020B08000400000200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1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8915400" cy="10299700"/>
            <a:chOff x="0" y="0"/>
            <a:chExt cx="766746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746" cy="885799"/>
            </a:xfrm>
            <a:custGeom>
              <a:avLst/>
              <a:gdLst/>
              <a:ahLst/>
              <a:cxnLst/>
              <a:rect r="r" b="b" t="t" l="l"/>
              <a:pathLst>
                <a:path h="885799" w="766746">
                  <a:moveTo>
                    <a:pt x="0" y="0"/>
                  </a:moveTo>
                  <a:lnTo>
                    <a:pt x="766746" y="0"/>
                  </a:lnTo>
                  <a:lnTo>
                    <a:pt x="766746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7ED95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429750" y="71704"/>
            <a:ext cx="3429117" cy="3429117"/>
          </a:xfrm>
          <a:custGeom>
            <a:avLst/>
            <a:gdLst/>
            <a:ahLst/>
            <a:cxnLst/>
            <a:rect r="r" b="b" t="t" l="l"/>
            <a:pathLst>
              <a:path h="3429117" w="3429117">
                <a:moveTo>
                  <a:pt x="0" y="0"/>
                </a:moveTo>
                <a:lnTo>
                  <a:pt x="3429117" y="0"/>
                </a:lnTo>
                <a:lnTo>
                  <a:pt x="3429117" y="3429117"/>
                </a:lnTo>
                <a:lnTo>
                  <a:pt x="0" y="3429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58867" y="3636741"/>
            <a:ext cx="4400433" cy="3000818"/>
          </a:xfrm>
          <a:custGeom>
            <a:avLst/>
            <a:gdLst/>
            <a:ahLst/>
            <a:cxnLst/>
            <a:rect r="r" b="b" t="t" l="l"/>
            <a:pathLst>
              <a:path h="3000818" w="4400433">
                <a:moveTo>
                  <a:pt x="0" y="0"/>
                </a:moveTo>
                <a:lnTo>
                  <a:pt x="4400433" y="0"/>
                </a:lnTo>
                <a:lnTo>
                  <a:pt x="4400433" y="3000818"/>
                </a:lnTo>
                <a:lnTo>
                  <a:pt x="0" y="3000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163" r="0" b="-300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29750" y="6852621"/>
            <a:ext cx="5114285" cy="3002242"/>
          </a:xfrm>
          <a:custGeom>
            <a:avLst/>
            <a:gdLst/>
            <a:ahLst/>
            <a:cxnLst/>
            <a:rect r="r" b="b" t="t" l="l"/>
            <a:pathLst>
              <a:path h="3002242" w="5114285">
                <a:moveTo>
                  <a:pt x="0" y="0"/>
                </a:moveTo>
                <a:lnTo>
                  <a:pt x="5114285" y="0"/>
                </a:lnTo>
                <a:lnTo>
                  <a:pt x="5114285" y="3002243"/>
                </a:lnTo>
                <a:lnTo>
                  <a:pt x="0" y="3002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5380" y="7411085"/>
            <a:ext cx="6886575" cy="18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Materi Pendidikan Agama Islam dan Budi Pekerti Kelas 2 Semester 1 Bab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380" y="889343"/>
            <a:ext cx="7527344" cy="259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41"/>
              </a:lnSpc>
            </a:pPr>
            <a:r>
              <a:rPr lang="en-US" sz="10041" spc="-351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Alhamdulillah, Aku Bisa Sholat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9751" y="4077083"/>
            <a:ext cx="6837909" cy="66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5"/>
              </a:lnSpc>
            </a:pPr>
            <a:r>
              <a:rPr lang="en-US" sz="387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(Azan, Iqamah, dan Sholat)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5A1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83" y="583523"/>
            <a:ext cx="8248442" cy="9119954"/>
            <a:chOff x="0" y="0"/>
            <a:chExt cx="801151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5999">
              <a:off x="-772" y="-698"/>
              <a:ext cx="802696" cy="887196"/>
            </a:xfrm>
            <a:custGeom>
              <a:avLst/>
              <a:gdLst/>
              <a:ahLst/>
              <a:cxnLst/>
              <a:rect r="r" b="b" t="t" l="l"/>
              <a:pathLst>
                <a:path h="887196" w="802696">
                  <a:moveTo>
                    <a:pt x="0" y="1398"/>
                  </a:moveTo>
                  <a:lnTo>
                    <a:pt x="801150" y="0"/>
                  </a:lnTo>
                  <a:lnTo>
                    <a:pt x="802696" y="885797"/>
                  </a:lnTo>
                  <a:lnTo>
                    <a:pt x="1546" y="887196"/>
                  </a:lnTo>
                  <a:close/>
                </a:path>
              </a:pathLst>
            </a:custGeom>
            <a:blipFill>
              <a:blip r:embed="rId2"/>
              <a:stretch>
                <a:fillRect l="-46193" t="-5846" r="-61987" b="-5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858250" y="1028700"/>
            <a:ext cx="8972550" cy="7993726"/>
          </a:xfrm>
          <a:custGeom>
            <a:avLst/>
            <a:gdLst/>
            <a:ahLst/>
            <a:cxnLst/>
            <a:rect r="r" b="b" t="t" l="l"/>
            <a:pathLst>
              <a:path h="7993726" w="8972550">
                <a:moveTo>
                  <a:pt x="0" y="0"/>
                </a:moveTo>
                <a:lnTo>
                  <a:pt x="8972550" y="0"/>
                </a:lnTo>
                <a:lnTo>
                  <a:pt x="8972550" y="7993726"/>
                </a:lnTo>
                <a:lnTo>
                  <a:pt x="0" y="7993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678" t="-17817" r="-50315" b="-965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D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DFEED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1475" y="2630889"/>
            <a:ext cx="9049538" cy="7445823"/>
          </a:xfrm>
          <a:custGeom>
            <a:avLst/>
            <a:gdLst/>
            <a:ahLst/>
            <a:cxnLst/>
            <a:rect r="r" b="b" t="t" l="l"/>
            <a:pathLst>
              <a:path h="7445823" w="9049538">
                <a:moveTo>
                  <a:pt x="0" y="0"/>
                </a:moveTo>
                <a:lnTo>
                  <a:pt x="9049538" y="0"/>
                </a:lnTo>
                <a:lnTo>
                  <a:pt x="9049538" y="7445823"/>
                </a:lnTo>
                <a:lnTo>
                  <a:pt x="0" y="7445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174" t="-19447" r="-43330" b="-86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762000"/>
            <a:ext cx="9753600" cy="84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0"/>
              </a:lnSpc>
            </a:pPr>
            <a:r>
              <a:rPr lang="en-US" sz="6200" spc="-186">
                <a:solidFill>
                  <a:srgbClr val="1C3E2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Perhatikan gambar dibawah ini!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48950" y="3317942"/>
            <a:ext cx="6610350" cy="143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</a:pPr>
            <a:r>
              <a:rPr lang="en-US" sz="2778" b="true">
                <a:solidFill>
                  <a:srgbClr val="1C3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Apa yang dilakukan anak laki-laki pada gambar sebelum melaksanakan sholat?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48950" y="5813824"/>
            <a:ext cx="6610350" cy="143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</a:pPr>
            <a:r>
              <a:rPr lang="en-US" sz="2778" b="true">
                <a:solidFill>
                  <a:srgbClr val="1C3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Ketika mendengar kumandang adzan, apa yang akan kalian lakukan?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06125" y="8309705"/>
            <a:ext cx="6610350" cy="94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</a:pPr>
            <a:r>
              <a:rPr lang="en-US" sz="2778" b="true">
                <a:solidFill>
                  <a:srgbClr val="1C3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Pernahkah kalian mengumandangkan adzan?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3E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9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864453" y="933450"/>
            <a:ext cx="4037034" cy="138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49"/>
              </a:lnSpc>
            </a:pPr>
            <a:r>
              <a:rPr lang="en-US" b="true" sz="8499" spc="-254">
                <a:solidFill>
                  <a:srgbClr val="1C3E23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ADZAN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1600" y="3200400"/>
            <a:ext cx="4308497" cy="5619751"/>
            <a:chOff x="0" y="0"/>
            <a:chExt cx="5744662" cy="749300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5744662" cy="77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3499" spc="-52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Pengertian Adzan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958975"/>
              <a:ext cx="5744662" cy="5534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Azan adalah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panggilan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untuk me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ak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anakan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ber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jam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aah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kar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ena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suda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mas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 wakt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ya. Secar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ria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t,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az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lah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ru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ke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ada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um mus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untu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irik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sa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21511" y="4289833"/>
            <a:ext cx="4010025" cy="3438526"/>
            <a:chOff x="0" y="0"/>
            <a:chExt cx="5346700" cy="458470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9525"/>
              <a:ext cx="5346700" cy="485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47675"/>
              <a:ext cx="5346700" cy="4137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2999" spc="-44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rang yang men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gum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anda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ng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kan 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z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but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mua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z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ng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men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deng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kan 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z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but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2999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772900" y="3171825"/>
            <a:ext cx="4778957" cy="4867999"/>
            <a:chOff x="0" y="0"/>
            <a:chExt cx="6371942" cy="649066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77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3499" spc="-52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Ketentuan Adzan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29297" y="1595164"/>
              <a:ext cx="6042645" cy="4895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4"/>
                </a:lnSpc>
              </a:pPr>
              <a:r>
                <a:rPr lang="en-US" sz="2960" spc="-44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a. m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suk w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ala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t;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</a:p>
            <a:p>
              <a:pPr algn="l" marL="0" indent="0" lvl="0">
                <a:lnSpc>
                  <a:spcPts val="4144"/>
                </a:lnSpc>
              </a:pP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ni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 az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n;</a:t>
              </a: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</a:p>
            <a:p>
              <a:pPr algn="l" marL="0" indent="0" lvl="0">
                <a:lnSpc>
                  <a:spcPts val="4144"/>
                </a:lnSpc>
              </a:pP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c. dibaca sesuai lafalnya; </a:t>
              </a:r>
            </a:p>
            <a:p>
              <a:pPr algn="l" marL="0" indent="0" lvl="0">
                <a:lnSpc>
                  <a:spcPts val="4144"/>
                </a:lnSpc>
              </a:pPr>
              <a:r>
                <a:rPr lang="en-US" sz="2960" spc="-44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d. disuarakan dengan lantang dan merdu; dan</a:t>
              </a:r>
            </a:p>
            <a:p>
              <a:pPr algn="l" marL="0" indent="0" lvl="0">
                <a:lnSpc>
                  <a:spcPts val="4284"/>
                </a:lnSpc>
              </a:pPr>
              <a:r>
                <a:rPr lang="en-US" sz="3060" spc="-45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e. diucapkan berurutan serta bersambung.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3E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9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864453" y="933450"/>
            <a:ext cx="4037034" cy="138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49"/>
              </a:lnSpc>
            </a:pPr>
            <a:r>
              <a:rPr lang="en-US" b="true" sz="8499" spc="-254">
                <a:solidFill>
                  <a:srgbClr val="1C3E23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ADZAN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1600" y="3200400"/>
            <a:ext cx="4308497" cy="4341496"/>
            <a:chOff x="0" y="0"/>
            <a:chExt cx="5744662" cy="578866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5744662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3399" spc="-50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Syarat-Syarat Muazin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892300"/>
              <a:ext cx="5744662" cy="3896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79"/>
                </a:lnSpc>
              </a:pP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a. bera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ga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 Islam; </a:t>
              </a:r>
            </a:p>
            <a:p>
              <a:pPr algn="l" marL="0" indent="0" lvl="0">
                <a:lnSpc>
                  <a:spcPts val="5879"/>
                </a:lnSpc>
              </a:pP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b. beraka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hat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;</a:t>
              </a:r>
            </a:p>
            <a:p>
              <a:pPr algn="l" marL="0" indent="0" lvl="0">
                <a:lnSpc>
                  <a:spcPts val="5879"/>
                </a:lnSpc>
              </a:pP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la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i-laki; dan </a:t>
              </a:r>
            </a:p>
            <a:p>
              <a:pPr algn="l" marL="0" indent="0" lvl="0">
                <a:lnSpc>
                  <a:spcPts val="5879"/>
                </a:lnSpc>
              </a:pP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d. mumayi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z</a:t>
              </a:r>
              <a:r>
                <a:rPr lang="en-US" sz="4199" spc="-62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87025" y="3086100"/>
            <a:ext cx="5646409" cy="5405844"/>
            <a:chOff x="0" y="0"/>
            <a:chExt cx="7528545" cy="720779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7133942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3399" spc="-50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Sunah Adzan Bagi Muazin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703114"/>
              <a:ext cx="7528545" cy="550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44"/>
                </a:lnSpc>
              </a:pPr>
              <a:r>
                <a:rPr lang="en-US" sz="3960" spc="-59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a. 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ci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ari hadas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najis; </a:t>
              </a:r>
            </a:p>
            <a:p>
              <a:pPr algn="l" marL="0" indent="0" lvl="0">
                <a:lnSpc>
                  <a:spcPts val="5544"/>
                </a:lnSpc>
              </a:pP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menghadap kibl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t;</a:t>
              </a: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</a:p>
            <a:p>
              <a:pPr algn="l" marL="0" indent="0" lvl="0">
                <a:lnSpc>
                  <a:spcPts val="5544"/>
                </a:lnSpc>
              </a:pP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c. berdiri; dan </a:t>
              </a:r>
            </a:p>
            <a:p>
              <a:pPr algn="l" marL="0" indent="0" lvl="0">
                <a:lnSpc>
                  <a:spcPts val="5544"/>
                </a:lnSpc>
              </a:pPr>
              <a:r>
                <a:rPr lang="en-US" sz="3960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d. berazan dengan suara nyaring dan merdu.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2E9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76680" y="1075694"/>
            <a:ext cx="8846386" cy="9058275"/>
          </a:xfrm>
          <a:custGeom>
            <a:avLst/>
            <a:gdLst/>
            <a:ahLst/>
            <a:cxnLst/>
            <a:rect r="r" b="b" t="t" l="l"/>
            <a:pathLst>
              <a:path h="9058275" w="8846386">
                <a:moveTo>
                  <a:pt x="0" y="0"/>
                </a:moveTo>
                <a:lnTo>
                  <a:pt x="8846385" y="0"/>
                </a:lnTo>
                <a:lnTo>
                  <a:pt x="8846385" y="9058275"/>
                </a:lnTo>
                <a:lnTo>
                  <a:pt x="0" y="905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259" t="-27440" r="-79963" b="-1434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63996" y="123825"/>
            <a:ext cx="10267950" cy="95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00"/>
              </a:lnSpc>
            </a:pPr>
            <a:r>
              <a:rPr lang="en-US" sz="7100" spc="-213">
                <a:solidFill>
                  <a:srgbClr val="1C3E2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Bacaan Adzan dan Artinya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773" y="1028700"/>
            <a:ext cx="16824455" cy="5876188"/>
          </a:xfrm>
          <a:custGeom>
            <a:avLst/>
            <a:gdLst/>
            <a:ahLst/>
            <a:cxnLst/>
            <a:rect r="r" b="b" t="t" l="l"/>
            <a:pathLst>
              <a:path h="5876188" w="16824455">
                <a:moveTo>
                  <a:pt x="0" y="0"/>
                </a:moveTo>
                <a:lnTo>
                  <a:pt x="16824454" y="0"/>
                </a:lnTo>
                <a:lnTo>
                  <a:pt x="16824454" y="5876188"/>
                </a:lnTo>
                <a:lnTo>
                  <a:pt x="0" y="5876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240" t="-56760" r="-31137" b="-10623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07766" y="0"/>
            <a:ext cx="8802278" cy="10287000"/>
          </a:xfrm>
          <a:custGeom>
            <a:avLst/>
            <a:gdLst/>
            <a:ahLst/>
            <a:cxnLst/>
            <a:rect r="r" b="b" t="t" l="l"/>
            <a:pathLst>
              <a:path h="10287000" w="8802278">
                <a:moveTo>
                  <a:pt x="0" y="0"/>
                </a:moveTo>
                <a:lnTo>
                  <a:pt x="8802278" y="0"/>
                </a:lnTo>
                <a:lnTo>
                  <a:pt x="88022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931" t="-21781" r="-88771" b="-700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05338" y="450354"/>
            <a:ext cx="12591368" cy="9386292"/>
          </a:xfrm>
          <a:custGeom>
            <a:avLst/>
            <a:gdLst/>
            <a:ahLst/>
            <a:cxnLst/>
            <a:rect r="r" b="b" t="t" l="l"/>
            <a:pathLst>
              <a:path h="9386292" w="12591368">
                <a:moveTo>
                  <a:pt x="0" y="0"/>
                </a:moveTo>
                <a:lnTo>
                  <a:pt x="12591368" y="0"/>
                </a:lnTo>
                <a:lnTo>
                  <a:pt x="12591368" y="9386292"/>
                </a:lnTo>
                <a:lnTo>
                  <a:pt x="0" y="9386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224" t="-40806" r="-50769" b="-11538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42252" y="0"/>
            <a:ext cx="5603495" cy="4057650"/>
          </a:xfrm>
          <a:custGeom>
            <a:avLst/>
            <a:gdLst/>
            <a:ahLst/>
            <a:cxnLst/>
            <a:rect r="r" b="b" t="t" l="l"/>
            <a:pathLst>
              <a:path h="4057650" w="5603495">
                <a:moveTo>
                  <a:pt x="0" y="0"/>
                </a:moveTo>
                <a:lnTo>
                  <a:pt x="5603496" y="0"/>
                </a:lnTo>
                <a:lnTo>
                  <a:pt x="5603496" y="4057650"/>
                </a:lnTo>
                <a:lnTo>
                  <a:pt x="0" y="4057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247" r="0" b="-151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5269" y="539138"/>
            <a:ext cx="3990975" cy="104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0"/>
              </a:lnSpc>
            </a:pPr>
            <a:r>
              <a:rPr lang="en-US" b="true" sz="7346" spc="-220">
                <a:solidFill>
                  <a:srgbClr val="1C3E23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IQAMAH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8725" y="4795202"/>
            <a:ext cx="11604278" cy="126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6"/>
              </a:lnSpc>
            </a:pPr>
            <a:r>
              <a:rPr lang="en-US" sz="3676" b="true">
                <a:solidFill>
                  <a:srgbClr val="1C3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Setelah selesai adzan apakah langsung melaksanakan sholat?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87494" y="6731569"/>
            <a:ext cx="12443056" cy="120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7"/>
              </a:lnSpc>
            </a:pPr>
            <a:r>
              <a:rPr lang="en-US" sz="3497" b="true">
                <a:solidFill>
                  <a:srgbClr val="1C3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Tentu saja tidak, selesai adzan biasanya dilanjutkan dengan Iqamah sebelum melaksanakan sholat.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5022" y="8469173"/>
            <a:ext cx="11604278" cy="62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6"/>
              </a:lnSpc>
            </a:pPr>
            <a:r>
              <a:rPr lang="en-US" sz="3676" b="true">
                <a:solidFill>
                  <a:srgbClr val="1C3E2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Yuk simak penjelasan mengenai Iqamah!!!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3E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9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864453" y="933450"/>
            <a:ext cx="5237184" cy="138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49"/>
              </a:lnSpc>
            </a:pPr>
            <a:r>
              <a:rPr lang="en-US" b="true" sz="8499" spc="-254">
                <a:solidFill>
                  <a:srgbClr val="1C3E23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IQAMAH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71575" y="3200400"/>
            <a:ext cx="4851422" cy="4210052"/>
            <a:chOff x="0" y="0"/>
            <a:chExt cx="6468562" cy="561340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66700" y="0"/>
              <a:ext cx="6201862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 spc="-59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Pengertian Iqamah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63675"/>
              <a:ext cx="5744662" cy="41497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299"/>
                </a:lnSpc>
              </a:pPr>
              <a:r>
                <a:rPr lang="en-US" sz="4499" spc="-67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seru</a:t>
              </a:r>
              <a:r>
                <a:rPr lang="en-US" sz="4499" spc="-6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bahw</a:t>
              </a:r>
              <a:r>
                <a:rPr lang="en-US" sz="4499" spc="-6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4499" spc="-6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salat berjamaah akan </a:t>
              </a:r>
              <a:r>
                <a:rPr lang="en-US" sz="4499" spc="-6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4499" spc="-6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4499" spc="-6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</a:t>
              </a:r>
              <a:r>
                <a:rPr lang="en-US" sz="4499" spc="-6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era didirikan.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21511" y="4289833"/>
            <a:ext cx="4010025" cy="2399031"/>
            <a:chOff x="0" y="0"/>
            <a:chExt cx="5346700" cy="319870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59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84200"/>
              <a:ext cx="5346700" cy="2614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19"/>
                </a:lnSpc>
              </a:pPr>
              <a:r>
                <a:rPr lang="en-US" sz="3799" spc="-56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Ketentuan Iqamah sama dengan ketentuan adzan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87150" y="3171825"/>
            <a:ext cx="6075034" cy="5979533"/>
            <a:chOff x="0" y="0"/>
            <a:chExt cx="8100045" cy="797271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381000" y="0"/>
              <a:ext cx="5346700" cy="77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3499" spc="-52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Tata Cara Iqamah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08025"/>
              <a:ext cx="8100045" cy="7264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44"/>
                </a:lnSpc>
              </a:pPr>
              <a:r>
                <a:rPr lang="en-US" sz="3460" spc="-51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a. dalam ke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adaan s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uci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; </a:t>
              </a:r>
            </a:p>
            <a:p>
              <a:pPr algn="l" marL="0" indent="0" lvl="0">
                <a:lnSpc>
                  <a:spcPts val="4844"/>
                </a:lnSpc>
              </a:pP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mengh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ap kibl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;</a:t>
              </a: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</a:p>
            <a:p>
              <a:pPr algn="l" marL="0" indent="0" lvl="0">
                <a:lnSpc>
                  <a:spcPts val="4844"/>
                </a:lnSpc>
              </a:pP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c. kedua tangannya menutup telinga; </a:t>
              </a:r>
            </a:p>
            <a:p>
              <a:pPr algn="l" marL="0" indent="0" lvl="0">
                <a:lnSpc>
                  <a:spcPts val="4844"/>
                </a:lnSpc>
              </a:pP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d. berdiri; e. menyambung tiap dua kalimat takbir (2 takbir satu napas); dan</a:t>
              </a:r>
            </a:p>
            <a:p>
              <a:pPr algn="l" marL="0" indent="0" lvl="0">
                <a:lnSpc>
                  <a:spcPts val="4844"/>
                </a:lnSpc>
              </a:pPr>
              <a:r>
                <a:rPr lang="en-US" sz="3460" spc="-5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f. menambahkan kalimat Qodqomatisholat  2x.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475" y="0"/>
            <a:ext cx="17916525" cy="1028700"/>
            <a:chOff x="0" y="0"/>
            <a:chExt cx="4718756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8755" cy="270933"/>
            </a:xfrm>
            <a:custGeom>
              <a:avLst/>
              <a:gdLst/>
              <a:ahLst/>
              <a:cxnLst/>
              <a:rect r="r" b="b" t="t" l="l"/>
              <a:pathLst>
                <a:path h="270933" w="4718755">
                  <a:moveTo>
                    <a:pt x="0" y="0"/>
                  </a:moveTo>
                  <a:lnTo>
                    <a:pt x="4718755" y="0"/>
                  </a:lnTo>
                  <a:lnTo>
                    <a:pt x="4718755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FEED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8756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19127" y="1028700"/>
            <a:ext cx="8574883" cy="9301568"/>
          </a:xfrm>
          <a:custGeom>
            <a:avLst/>
            <a:gdLst/>
            <a:ahLst/>
            <a:cxnLst/>
            <a:rect r="r" b="b" t="t" l="l"/>
            <a:pathLst>
              <a:path h="9301568" w="8574883">
                <a:moveTo>
                  <a:pt x="0" y="0"/>
                </a:moveTo>
                <a:lnTo>
                  <a:pt x="8574883" y="0"/>
                </a:lnTo>
                <a:lnTo>
                  <a:pt x="8574883" y="9301568"/>
                </a:lnTo>
                <a:lnTo>
                  <a:pt x="0" y="9301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753" t="-21313" r="-82312" b="-881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95625" y="170810"/>
            <a:ext cx="10467975" cy="85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0"/>
              </a:lnSpc>
            </a:pPr>
            <a:r>
              <a:rPr lang="en-US" sz="6400" spc="-192">
                <a:solidFill>
                  <a:srgbClr val="1C3E2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Bacaan Iqamah dan Jawabannya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3E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9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43700" y="942975"/>
            <a:ext cx="6394472" cy="122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10"/>
              </a:lnSpc>
            </a:pPr>
            <a:r>
              <a:rPr lang="en-US" sz="7546" spc="-226">
                <a:solidFill>
                  <a:srgbClr val="1C3E2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Shalat Fardu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14425" y="2886075"/>
            <a:ext cx="4651397" cy="3971291"/>
            <a:chOff x="0" y="0"/>
            <a:chExt cx="6201862" cy="529505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457200" y="0"/>
              <a:ext cx="5744662" cy="82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39"/>
                </a:lnSpc>
                <a:spcBef>
                  <a:spcPct val="0"/>
                </a:spcBef>
              </a:pPr>
              <a:r>
                <a:rPr lang="en-US" b="true" sz="3699" spc="-55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Arti Shalat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43025"/>
              <a:ext cx="5744662" cy="3952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</a:pP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Salat adalah 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ger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kan 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baca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yang di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 t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ira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tu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lihra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 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kh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ngan 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3399" spc="-50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am.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1338" y="2886075"/>
            <a:ext cx="4010025" cy="4294506"/>
            <a:chOff x="0" y="0"/>
            <a:chExt cx="5346700" cy="572600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78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9"/>
                </a:lnSpc>
                <a:spcBef>
                  <a:spcPct val="0"/>
                </a:spcBef>
              </a:pPr>
              <a:r>
                <a:rPr lang="en-US" b="true" sz="3599" spc="-53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Shalat Fardu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66850"/>
              <a:ext cx="5346700" cy="4259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</a:pPr>
              <a:r>
                <a:rPr lang="en-US" sz="2899" spc="-43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alam se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ha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ri 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emal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k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ta 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iwa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ibkan sa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 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wa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tu</a:t>
              </a:r>
              <a:r>
                <a:rPr lang="en-US" sz="2899" spc="-43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  <a:p>
              <a:pPr algn="l" marL="0" indent="0" lvl="0">
                <a:lnSpc>
                  <a:spcPts val="4479"/>
                </a:lnSpc>
              </a:pPr>
              <a:r>
                <a:rPr lang="en-US" sz="3199" spc="-47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Salat fardu meliputi salat subuh, zuhur, asar, magrib, dan isya.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25313" y="2686050"/>
            <a:ext cx="4010025" cy="5979161"/>
            <a:chOff x="0" y="0"/>
            <a:chExt cx="5346700" cy="797221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 spc="-47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5 Sholat Fardu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504950"/>
              <a:ext cx="5346700" cy="64672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</a:pPr>
              <a:r>
                <a:rPr lang="en-US" sz="3099" spc="-46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subuh b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rjum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 du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r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aka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at.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</a:p>
            <a:p>
              <a:pPr algn="l" marL="0" indent="0" lvl="0">
                <a:lnSpc>
                  <a:spcPts val="4339"/>
                </a:lnSpc>
              </a:pP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Salat zuhur empa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r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t. </a:t>
              </a:r>
            </a:p>
            <a:p>
              <a:pPr algn="l" marL="0" indent="0" lvl="0">
                <a:lnSpc>
                  <a:spcPts val="4339"/>
                </a:lnSpc>
              </a:pP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Salat asar empat rakaat. </a:t>
              </a:r>
            </a:p>
            <a:p>
              <a:pPr algn="l" marL="0" indent="0" lvl="0">
                <a:lnSpc>
                  <a:spcPts val="4339"/>
                </a:lnSpc>
              </a:pP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Salat magrib tiga rak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aa</a:t>
              </a: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t. </a:t>
              </a:r>
            </a:p>
            <a:p>
              <a:pPr algn="l" marL="0" indent="0" lvl="0">
                <a:lnSpc>
                  <a:spcPts val="4339"/>
                </a:lnSpc>
              </a:pPr>
              <a:r>
                <a:rPr lang="en-US" sz="3099" spc="-4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Salat isya empat rakaat.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3E2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9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43700" y="942975"/>
            <a:ext cx="6394472" cy="122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10"/>
              </a:lnSpc>
            </a:pPr>
            <a:r>
              <a:rPr lang="en-US" sz="7546" spc="-226">
                <a:solidFill>
                  <a:srgbClr val="1C3E2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Shalat Fardu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15208" y="2600325"/>
            <a:ext cx="4651397" cy="3775076"/>
            <a:chOff x="0" y="0"/>
            <a:chExt cx="6201862" cy="50334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457200" y="0"/>
              <a:ext cx="5744662" cy="82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39"/>
                </a:lnSpc>
                <a:spcBef>
                  <a:spcPct val="0"/>
                </a:spcBef>
              </a:pPr>
              <a:r>
                <a:rPr lang="en-US" b="true" sz="3699" spc="-55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Syarat Wajib Sholat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33500"/>
              <a:ext cx="5744662" cy="3699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99"/>
                </a:lnSpc>
              </a:pPr>
              <a:r>
                <a:rPr lang="en-US" sz="3999" spc="-59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1) Is</a:t>
              </a: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lam; </a:t>
              </a:r>
            </a:p>
            <a:p>
              <a:pPr algn="l" marL="0" indent="0" lvl="0">
                <a:lnSpc>
                  <a:spcPts val="5599"/>
                </a:lnSpc>
              </a:pP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2) ber</a:t>
              </a: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kal seh</a:t>
              </a: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at; da</a:t>
              </a: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 </a:t>
              </a:r>
            </a:p>
            <a:p>
              <a:pPr algn="l" marL="0" indent="0" lvl="0">
                <a:lnSpc>
                  <a:spcPts val="5599"/>
                </a:lnSpc>
              </a:pP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3) </a:t>
              </a: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3999" spc="-59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alig.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90555" y="2343150"/>
            <a:ext cx="4010025" cy="6056631"/>
            <a:chOff x="0" y="0"/>
            <a:chExt cx="5346700" cy="807550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78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19"/>
                </a:lnSpc>
                <a:spcBef>
                  <a:spcPct val="0"/>
                </a:spcBef>
              </a:pPr>
              <a:r>
                <a:rPr lang="en-US" b="true" sz="3599" spc="-53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Syarat Sah Sholat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905000"/>
              <a:ext cx="5346700" cy="6170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19"/>
                </a:lnSpc>
              </a:pPr>
              <a:r>
                <a:rPr lang="en-US" sz="3799" spc="-56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1)</a:t>
              </a: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suci dari h</a:t>
              </a: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 dan najis; </a:t>
              </a:r>
            </a:p>
            <a:p>
              <a:pPr algn="l" marL="0" indent="0" lvl="0">
                <a:lnSpc>
                  <a:spcPts val="5319"/>
                </a:lnSpc>
              </a:pP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2) menutu</a:t>
              </a: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 </a:t>
              </a: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aurat; </a:t>
              </a:r>
            </a:p>
            <a:p>
              <a:pPr algn="l" marL="0" indent="0" lvl="0">
                <a:lnSpc>
                  <a:spcPts val="5319"/>
                </a:lnSpc>
              </a:pP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3) masuk waktu salat; dan </a:t>
              </a:r>
            </a:p>
            <a:p>
              <a:pPr algn="l" marL="0" indent="0" lvl="0">
                <a:lnSpc>
                  <a:spcPts val="5319"/>
                </a:lnSpc>
              </a:pPr>
              <a:r>
                <a:rPr lang="en-US" sz="3799" spc="-56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4) menghadap kiblat.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67297" y="2143125"/>
            <a:ext cx="6553991" cy="7474336"/>
            <a:chOff x="0" y="0"/>
            <a:chExt cx="8738654" cy="996578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801154" y="0"/>
              <a:ext cx="534670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59"/>
                </a:lnSpc>
                <a:spcBef>
                  <a:spcPct val="0"/>
                </a:spcBef>
              </a:pPr>
              <a:r>
                <a:rPr lang="en-US" b="true" sz="3299" spc="-49">
                  <a:solidFill>
                    <a:srgbClr val="3A5A4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Rukun Sholat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42975"/>
              <a:ext cx="8738654" cy="9022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8"/>
                </a:lnSpc>
              </a:pPr>
              <a:r>
                <a:rPr lang="en-US" sz="2734" spc="-41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1)</a:t>
              </a: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berd</a:t>
              </a: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 b</a:t>
              </a: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agi ya</a:t>
              </a: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ng</a:t>
              </a: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mampu; 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2) niat; 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3) takbiratulihram; 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4) membaca Surah al-Fatihah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5) Rukuk dengan Tumaninah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6) I’tidal dengan Tumaninah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7) Sujud dengan Tumaninah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8) duduk diantara dua sujud dengan tumaninah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9) duduk tasyahud akhir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10) membaca bacaan tasyahud akhhir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11) membaca sholawat nabi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12)  mengucapkan salam</a:t>
              </a:r>
            </a:p>
            <a:p>
              <a:pPr algn="l" marL="0" indent="0" lvl="0">
                <a:lnSpc>
                  <a:spcPts val="3828"/>
                </a:lnSpc>
              </a:pPr>
              <a:r>
                <a:rPr lang="en-US" sz="2734" spc="-41" strike="noStrike" u="none">
                  <a:solidFill>
                    <a:srgbClr val="1C3E2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13) Tertib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DFEED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1C3E2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Urutan Gerakan Shalat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2E9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814705"/>
            <a:ext cx="9550336" cy="534364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6213" y="0"/>
                  </a:moveTo>
                  <a:lnTo>
                    <a:pt x="1454839" y="0"/>
                  </a:lnTo>
                  <a:cubicBezTo>
                    <a:pt x="1463794" y="0"/>
                    <a:pt x="1471052" y="7259"/>
                    <a:pt x="1471052" y="16213"/>
                  </a:cubicBezTo>
                  <a:lnTo>
                    <a:pt x="1471052" y="806876"/>
                  </a:lnTo>
                  <a:cubicBezTo>
                    <a:pt x="1471052" y="815830"/>
                    <a:pt x="1463794" y="823089"/>
                    <a:pt x="1454839" y="823089"/>
                  </a:cubicBezTo>
                  <a:lnTo>
                    <a:pt x="16213" y="823089"/>
                  </a:lnTo>
                  <a:cubicBezTo>
                    <a:pt x="7259" y="823089"/>
                    <a:pt x="0" y="815830"/>
                    <a:pt x="0" y="806876"/>
                  </a:cubicBezTo>
                  <a:lnTo>
                    <a:pt x="0" y="16213"/>
                  </a:lnTo>
                  <a:cubicBezTo>
                    <a:pt x="0" y="7259"/>
                    <a:pt x="7259" y="0"/>
                    <a:pt x="16213" y="0"/>
                  </a:cubicBezTo>
                  <a:close/>
                </a:path>
              </a:pathLst>
            </a:custGeom>
            <a:blipFill>
              <a:blip r:embed="rId2"/>
              <a:stretch>
                <a:fillRect l="-26318" t="-34099" r="-25294" b="-1824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273159" y="2630192"/>
            <a:ext cx="4286144" cy="7656808"/>
          </a:xfrm>
          <a:custGeom>
            <a:avLst/>
            <a:gdLst/>
            <a:ahLst/>
            <a:cxnLst/>
            <a:rect r="r" b="b" t="t" l="l"/>
            <a:pathLst>
              <a:path h="7656808" w="4286144">
                <a:moveTo>
                  <a:pt x="0" y="0"/>
                </a:moveTo>
                <a:lnTo>
                  <a:pt x="4286144" y="0"/>
                </a:lnTo>
                <a:lnTo>
                  <a:pt x="4286144" y="7656808"/>
                </a:lnTo>
                <a:lnTo>
                  <a:pt x="0" y="765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5" r="-710" b="-33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1C3E2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Praktik Sholat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1662" y="514350"/>
            <a:ext cx="6743700" cy="4314825"/>
          </a:xfrm>
          <a:custGeom>
            <a:avLst/>
            <a:gdLst/>
            <a:ahLst/>
            <a:cxnLst/>
            <a:rect r="r" b="b" t="t" l="l"/>
            <a:pathLst>
              <a:path h="4314825" w="6743700">
                <a:moveTo>
                  <a:pt x="0" y="0"/>
                </a:moveTo>
                <a:lnTo>
                  <a:pt x="6743700" y="0"/>
                </a:lnTo>
                <a:lnTo>
                  <a:pt x="6743700" y="4314825"/>
                </a:lnTo>
                <a:lnTo>
                  <a:pt x="0" y="4314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056" t="-41008" r="-42242" b="-244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705475"/>
            <a:ext cx="8258175" cy="3914775"/>
          </a:xfrm>
          <a:custGeom>
            <a:avLst/>
            <a:gdLst/>
            <a:ahLst/>
            <a:cxnLst/>
            <a:rect r="r" b="b" t="t" l="l"/>
            <a:pathLst>
              <a:path h="3914775" w="8258175">
                <a:moveTo>
                  <a:pt x="0" y="0"/>
                </a:moveTo>
                <a:lnTo>
                  <a:pt x="8258175" y="0"/>
                </a:lnTo>
                <a:lnTo>
                  <a:pt x="8258175" y="3914775"/>
                </a:lnTo>
                <a:lnTo>
                  <a:pt x="0" y="3914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841" t="-27680" r="-18925" b="-546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15673">
            <a:off x="8954695" y="753383"/>
            <a:ext cx="2743200" cy="1161288"/>
          </a:xfrm>
          <a:custGeom>
            <a:avLst/>
            <a:gdLst/>
            <a:ahLst/>
            <a:cxnLst/>
            <a:rect r="r" b="b" t="t" l="l"/>
            <a:pathLst>
              <a:path h="1161288" w="2743200">
                <a:moveTo>
                  <a:pt x="0" y="0"/>
                </a:moveTo>
                <a:lnTo>
                  <a:pt x="2743200" y="0"/>
                </a:lnTo>
                <a:lnTo>
                  <a:pt x="2743200" y="1161288"/>
                </a:lnTo>
                <a:lnTo>
                  <a:pt x="0" y="116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27810" y="2824208"/>
            <a:ext cx="8235829" cy="4392442"/>
          </a:xfrm>
          <a:custGeom>
            <a:avLst/>
            <a:gdLst/>
            <a:ahLst/>
            <a:cxnLst/>
            <a:rect r="r" b="b" t="t" l="l"/>
            <a:pathLst>
              <a:path h="4392442" w="8235829">
                <a:moveTo>
                  <a:pt x="0" y="0"/>
                </a:moveTo>
                <a:lnTo>
                  <a:pt x="8235829" y="0"/>
                </a:lnTo>
                <a:lnTo>
                  <a:pt x="8235829" y="4392442"/>
                </a:lnTo>
                <a:lnTo>
                  <a:pt x="0" y="4392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367" t="-37446" r="-23219" b="-36057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7212" y="285750"/>
            <a:ext cx="5600700" cy="3600450"/>
          </a:xfrm>
          <a:custGeom>
            <a:avLst/>
            <a:gdLst/>
            <a:ahLst/>
            <a:cxnLst/>
            <a:rect r="r" b="b" t="t" l="l"/>
            <a:pathLst>
              <a:path h="3600450" w="5600700">
                <a:moveTo>
                  <a:pt x="0" y="0"/>
                </a:moveTo>
                <a:lnTo>
                  <a:pt x="5600701" y="0"/>
                </a:lnTo>
                <a:lnTo>
                  <a:pt x="5600701" y="3600450"/>
                </a:lnTo>
                <a:lnTo>
                  <a:pt x="0" y="3600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292" t="-42426" r="-39991" b="-213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95937" y="554806"/>
            <a:ext cx="8963363" cy="3210757"/>
          </a:xfrm>
          <a:custGeom>
            <a:avLst/>
            <a:gdLst/>
            <a:ahLst/>
            <a:cxnLst/>
            <a:rect r="r" b="b" t="t" l="l"/>
            <a:pathLst>
              <a:path h="3210757" w="8963363">
                <a:moveTo>
                  <a:pt x="0" y="0"/>
                </a:moveTo>
                <a:lnTo>
                  <a:pt x="8963363" y="0"/>
                </a:lnTo>
                <a:lnTo>
                  <a:pt x="8963363" y="3210757"/>
                </a:lnTo>
                <a:lnTo>
                  <a:pt x="0" y="3210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796" t="-96794" r="-23019" b="-6346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7212" y="5143500"/>
            <a:ext cx="5687395" cy="4175556"/>
          </a:xfrm>
          <a:custGeom>
            <a:avLst/>
            <a:gdLst/>
            <a:ahLst/>
            <a:cxnLst/>
            <a:rect r="r" b="b" t="t" l="l"/>
            <a:pathLst>
              <a:path h="4175556" w="5687395">
                <a:moveTo>
                  <a:pt x="0" y="0"/>
                </a:moveTo>
                <a:lnTo>
                  <a:pt x="5687395" y="0"/>
                </a:lnTo>
                <a:lnTo>
                  <a:pt x="5687395" y="4175556"/>
                </a:lnTo>
                <a:lnTo>
                  <a:pt x="0" y="4175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081" t="-30990" r="-37423" b="-1259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72512" y="5086350"/>
            <a:ext cx="7772400" cy="4171950"/>
          </a:xfrm>
          <a:custGeom>
            <a:avLst/>
            <a:gdLst/>
            <a:ahLst/>
            <a:cxnLst/>
            <a:rect r="r" b="b" t="t" l="l"/>
            <a:pathLst>
              <a:path h="4171950" w="7772400">
                <a:moveTo>
                  <a:pt x="0" y="0"/>
                </a:moveTo>
                <a:lnTo>
                  <a:pt x="7772400" y="0"/>
                </a:lnTo>
                <a:lnTo>
                  <a:pt x="7772400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063" t="-28714" r="-22313" b="-42412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28625"/>
            <a:ext cx="5314950" cy="3429000"/>
          </a:xfrm>
          <a:custGeom>
            <a:avLst/>
            <a:gdLst/>
            <a:ahLst/>
            <a:cxnLst/>
            <a:rect r="r" b="b" t="t" l="l"/>
            <a:pathLst>
              <a:path h="3429000" w="5314950">
                <a:moveTo>
                  <a:pt x="0" y="0"/>
                </a:moveTo>
                <a:lnTo>
                  <a:pt x="5314950" y="0"/>
                </a:lnTo>
                <a:lnTo>
                  <a:pt x="53149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974" t="-34102" r="-79942" b="-7410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61825" y="1239039"/>
            <a:ext cx="11127709" cy="2025343"/>
          </a:xfrm>
          <a:custGeom>
            <a:avLst/>
            <a:gdLst/>
            <a:ahLst/>
            <a:cxnLst/>
            <a:rect r="r" b="b" t="t" l="l"/>
            <a:pathLst>
              <a:path h="2025343" w="11127709">
                <a:moveTo>
                  <a:pt x="0" y="0"/>
                </a:moveTo>
                <a:lnTo>
                  <a:pt x="11127708" y="0"/>
                </a:lnTo>
                <a:lnTo>
                  <a:pt x="11127708" y="2025343"/>
                </a:lnTo>
                <a:lnTo>
                  <a:pt x="0" y="202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08" t="-340805" r="-27373" b="-749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9630" y="5561173"/>
            <a:ext cx="5534020" cy="4063267"/>
          </a:xfrm>
          <a:custGeom>
            <a:avLst/>
            <a:gdLst/>
            <a:ahLst/>
            <a:cxnLst/>
            <a:rect r="r" b="b" t="t" l="l"/>
            <a:pathLst>
              <a:path h="4063267" w="5534020">
                <a:moveTo>
                  <a:pt x="0" y="0"/>
                </a:moveTo>
                <a:lnTo>
                  <a:pt x="5534020" y="0"/>
                </a:lnTo>
                <a:lnTo>
                  <a:pt x="5534020" y="4063267"/>
                </a:lnTo>
                <a:lnTo>
                  <a:pt x="0" y="4063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960" t="-29400" r="-51213" b="-2387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95940" y="5242479"/>
            <a:ext cx="10693593" cy="4381961"/>
          </a:xfrm>
          <a:custGeom>
            <a:avLst/>
            <a:gdLst/>
            <a:ahLst/>
            <a:cxnLst/>
            <a:rect r="r" b="b" t="t" l="l"/>
            <a:pathLst>
              <a:path h="4381961" w="10693593">
                <a:moveTo>
                  <a:pt x="0" y="0"/>
                </a:moveTo>
                <a:lnTo>
                  <a:pt x="10693593" y="0"/>
                </a:lnTo>
                <a:lnTo>
                  <a:pt x="10693593" y="4381961"/>
                </a:lnTo>
                <a:lnTo>
                  <a:pt x="0" y="4381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365" t="-80663" r="-24696" b="-48552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338" y="428625"/>
            <a:ext cx="5505625" cy="3819692"/>
          </a:xfrm>
          <a:custGeom>
            <a:avLst/>
            <a:gdLst/>
            <a:ahLst/>
            <a:cxnLst/>
            <a:rect r="r" b="b" t="t" l="l"/>
            <a:pathLst>
              <a:path h="3819692" w="5505625">
                <a:moveTo>
                  <a:pt x="0" y="0"/>
                </a:moveTo>
                <a:lnTo>
                  <a:pt x="5505625" y="0"/>
                </a:lnTo>
                <a:lnTo>
                  <a:pt x="5505625" y="3819692"/>
                </a:lnTo>
                <a:lnTo>
                  <a:pt x="0" y="381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700" t="-28912" r="-64925" b="-433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76060" y="428625"/>
            <a:ext cx="10505855" cy="3477290"/>
          </a:xfrm>
          <a:custGeom>
            <a:avLst/>
            <a:gdLst/>
            <a:ahLst/>
            <a:cxnLst/>
            <a:rect r="r" b="b" t="t" l="l"/>
            <a:pathLst>
              <a:path h="3477290" w="10505855">
                <a:moveTo>
                  <a:pt x="0" y="0"/>
                </a:moveTo>
                <a:lnTo>
                  <a:pt x="10505855" y="0"/>
                </a:lnTo>
                <a:lnTo>
                  <a:pt x="10505855" y="3477290"/>
                </a:lnTo>
                <a:lnTo>
                  <a:pt x="0" y="3477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145" t="-79281" r="-14079" b="-860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76060" y="4248317"/>
            <a:ext cx="10505855" cy="5461527"/>
          </a:xfrm>
          <a:custGeom>
            <a:avLst/>
            <a:gdLst/>
            <a:ahLst/>
            <a:cxnLst/>
            <a:rect r="r" b="b" t="t" l="l"/>
            <a:pathLst>
              <a:path h="5461527" w="10505855">
                <a:moveTo>
                  <a:pt x="0" y="0"/>
                </a:moveTo>
                <a:lnTo>
                  <a:pt x="10505855" y="0"/>
                </a:lnTo>
                <a:lnTo>
                  <a:pt x="10505855" y="5461528"/>
                </a:lnTo>
                <a:lnTo>
                  <a:pt x="0" y="5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268" t="-47863" r="-25160" b="-256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315200"/>
            <a:ext cx="6829425" cy="2394645"/>
          </a:xfrm>
          <a:custGeom>
            <a:avLst/>
            <a:gdLst/>
            <a:ahLst/>
            <a:cxnLst/>
            <a:rect r="r" b="b" t="t" l="l"/>
            <a:pathLst>
              <a:path h="2394645" w="6829425">
                <a:moveTo>
                  <a:pt x="0" y="0"/>
                </a:moveTo>
                <a:lnTo>
                  <a:pt x="6829425" y="0"/>
                </a:lnTo>
                <a:lnTo>
                  <a:pt x="6829425" y="2394645"/>
                </a:lnTo>
                <a:lnTo>
                  <a:pt x="0" y="239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775" t="-150262" r="-29160" b="-47875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762" y="1322087"/>
            <a:ext cx="7858125" cy="5314950"/>
          </a:xfrm>
          <a:custGeom>
            <a:avLst/>
            <a:gdLst/>
            <a:ahLst/>
            <a:cxnLst/>
            <a:rect r="r" b="b" t="t" l="l"/>
            <a:pathLst>
              <a:path h="5314950" w="7858125">
                <a:moveTo>
                  <a:pt x="0" y="0"/>
                </a:moveTo>
                <a:lnTo>
                  <a:pt x="7858126" y="0"/>
                </a:lnTo>
                <a:lnTo>
                  <a:pt x="7858126" y="5314950"/>
                </a:lnTo>
                <a:lnTo>
                  <a:pt x="0" y="531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161" t="-24689" r="-18433" b="-96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1332" y="214313"/>
            <a:ext cx="8575193" cy="7530499"/>
          </a:xfrm>
          <a:custGeom>
            <a:avLst/>
            <a:gdLst/>
            <a:ahLst/>
            <a:cxnLst/>
            <a:rect r="r" b="b" t="t" l="l"/>
            <a:pathLst>
              <a:path h="7530499" w="8575193">
                <a:moveTo>
                  <a:pt x="0" y="0"/>
                </a:moveTo>
                <a:lnTo>
                  <a:pt x="8575193" y="0"/>
                </a:lnTo>
                <a:lnTo>
                  <a:pt x="8575193" y="7530499"/>
                </a:lnTo>
                <a:lnTo>
                  <a:pt x="0" y="7530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126" t="-22884" r="-62450" b="-21535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925" y="1028700"/>
            <a:ext cx="7215304" cy="7215304"/>
          </a:xfrm>
          <a:custGeom>
            <a:avLst/>
            <a:gdLst/>
            <a:ahLst/>
            <a:cxnLst/>
            <a:rect r="r" b="b" t="t" l="l"/>
            <a:pathLst>
              <a:path h="7215304" w="7215304">
                <a:moveTo>
                  <a:pt x="0" y="0"/>
                </a:moveTo>
                <a:lnTo>
                  <a:pt x="7215304" y="0"/>
                </a:lnTo>
                <a:lnTo>
                  <a:pt x="7215304" y="7215304"/>
                </a:lnTo>
                <a:lnTo>
                  <a:pt x="0" y="7215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59914" y="694272"/>
            <a:ext cx="5478284" cy="9096229"/>
          </a:xfrm>
          <a:custGeom>
            <a:avLst/>
            <a:gdLst/>
            <a:ahLst/>
            <a:cxnLst/>
            <a:rect r="r" b="b" t="t" l="l"/>
            <a:pathLst>
              <a:path h="9096229" w="5478284">
                <a:moveTo>
                  <a:pt x="0" y="0"/>
                </a:moveTo>
                <a:lnTo>
                  <a:pt x="5478283" y="0"/>
                </a:lnTo>
                <a:lnTo>
                  <a:pt x="5478283" y="9096229"/>
                </a:lnTo>
                <a:lnTo>
                  <a:pt x="0" y="9096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435" t="0" r="-31605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A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0173" y="1250098"/>
            <a:ext cx="14587654" cy="7786804"/>
          </a:xfrm>
          <a:custGeom>
            <a:avLst/>
            <a:gdLst/>
            <a:ahLst/>
            <a:cxnLst/>
            <a:rect r="r" b="b" t="t" l="l"/>
            <a:pathLst>
              <a:path h="7786804" w="14587654">
                <a:moveTo>
                  <a:pt x="0" y="0"/>
                </a:moveTo>
                <a:lnTo>
                  <a:pt x="14587654" y="0"/>
                </a:lnTo>
                <a:lnTo>
                  <a:pt x="14587654" y="7786804"/>
                </a:lnTo>
                <a:lnTo>
                  <a:pt x="0" y="7786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669" r="0" b="-4366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Pelajaran Adzan dan Shalat</dc:description>
  <dc:identifier>DAG9kXiocWs</dc:identifier>
  <dcterms:modified xsi:type="dcterms:W3CDTF">2011-08-01T06:04:30Z</dcterms:modified>
  <cp:revision>1</cp:revision>
  <dc:title>Presentasi - Pelajaran Adzan dan Shalat</dc:title>
</cp:coreProperties>
</file>