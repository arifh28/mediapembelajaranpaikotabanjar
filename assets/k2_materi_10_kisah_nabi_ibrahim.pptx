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lvetica World" charset="1" panose="020B0500040000020004"/>
      <p:regular r:id="rId20"/>
    </p:embeddedFont>
    <p:embeddedFont>
      <p:font typeface="Georgia Pro Condensed" charset="1" panose="02040506050405020303"/>
      <p:regular r:id="rId21"/>
    </p:embeddedFont>
    <p:embeddedFont>
      <p:font typeface="Helvetica World Bold" charset="1" panose="020B080004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ordwall.net/id/resource/70670739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https://wordwall.net/id/resource/70670739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685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99CE8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763472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KKG PAI KOTA BANJAR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22714"/>
            <a:ext cx="9559538" cy="64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83"/>
              </a:lnSpc>
            </a:pPr>
            <a:r>
              <a:rPr lang="en-US" sz="4783" spc="-167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Asyiknya Belajar Kisah Ayah Para Nabi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6798" y="3812458"/>
            <a:ext cx="8939442" cy="113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2"/>
              </a:lnSpc>
            </a:pPr>
            <a:r>
              <a:rPr lang="en-US" sz="8462" spc="-296" strike="noStrike" u="none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Nabi Ibrahim a.s.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6798" y="388566"/>
            <a:ext cx="9559538" cy="64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83"/>
              </a:lnSpc>
            </a:pPr>
            <a:r>
              <a:rPr lang="en-US" sz="4783" spc="-167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Pendidikan Agama Islam Kelas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99CE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2762036"/>
            <a:ext cx="7203179" cy="7162064"/>
            <a:chOff x="0" y="0"/>
            <a:chExt cx="1471052" cy="14626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1462656"/>
            </a:xfrm>
            <a:custGeom>
              <a:avLst/>
              <a:gdLst/>
              <a:ahLst/>
              <a:cxnLst/>
              <a:rect r="r" b="b" t="t" l="l"/>
              <a:pathLst>
                <a:path h="1462656" w="1471052">
                  <a:moveTo>
                    <a:pt x="21496" y="0"/>
                  </a:moveTo>
                  <a:lnTo>
                    <a:pt x="1449556" y="0"/>
                  </a:lnTo>
                  <a:cubicBezTo>
                    <a:pt x="1461428" y="0"/>
                    <a:pt x="1471052" y="9624"/>
                    <a:pt x="1471052" y="21496"/>
                  </a:cubicBezTo>
                  <a:lnTo>
                    <a:pt x="1471052" y="1441160"/>
                  </a:lnTo>
                  <a:cubicBezTo>
                    <a:pt x="1471052" y="1446861"/>
                    <a:pt x="1468788" y="1452329"/>
                    <a:pt x="1464756" y="1456360"/>
                  </a:cubicBezTo>
                  <a:cubicBezTo>
                    <a:pt x="1460725" y="1460391"/>
                    <a:pt x="1455257" y="1462656"/>
                    <a:pt x="1449556" y="1462656"/>
                  </a:cubicBezTo>
                  <a:lnTo>
                    <a:pt x="21496" y="1462656"/>
                  </a:lnTo>
                  <a:cubicBezTo>
                    <a:pt x="9624" y="1462656"/>
                    <a:pt x="0" y="1453032"/>
                    <a:pt x="0" y="1441160"/>
                  </a:cubicBezTo>
                  <a:lnTo>
                    <a:pt x="0" y="21496"/>
                  </a:lnTo>
                  <a:cubicBezTo>
                    <a:pt x="0" y="9624"/>
                    <a:pt x="9624" y="0"/>
                    <a:pt x="21496" y="0"/>
                  </a:cubicBezTo>
                  <a:close/>
                </a:path>
              </a:pathLst>
            </a:custGeom>
            <a:blipFill>
              <a:blip r:embed="rId2"/>
              <a:stretch>
                <a:fillRect l="-39778" t="0" r="-3977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3132989"/>
            <a:ext cx="8629650" cy="1538600"/>
            <a:chOff x="0" y="0"/>
            <a:chExt cx="2272830" cy="405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4993746"/>
            <a:ext cx="8629650" cy="1538600"/>
            <a:chOff x="0" y="0"/>
            <a:chExt cx="2272830" cy="4052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6885951"/>
            <a:ext cx="8629650" cy="1538600"/>
            <a:chOff x="0" y="0"/>
            <a:chExt cx="2272830" cy="4052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8748400"/>
            <a:ext cx="8629650" cy="1538600"/>
            <a:chOff x="0" y="0"/>
            <a:chExt cx="2272830" cy="4052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Tujuan Pembelajaran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91600" y="2500098"/>
            <a:ext cx="8629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 spc="-104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Setelah mengikuti pembelajaran , kalian dapat: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03088" y="3448264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meyakini kebenaran kisah Nabi Ibrahim a.s dengan baik;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3088" y="5089945"/>
            <a:ext cx="731147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menunjukan sikap rela berkorban, taat, dan patuh kepada Alloh Swt. sebagaimana teladan Nabi Ibrahim a.s dengan baik;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03088" y="7201225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menjelaskan kisah keteladanan Nabi Ibrahim a.s dengan benar;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03088" y="9063675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menceritakan kembali kisah Nabi Ibrahim a,s dengan baik dan benar.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19624" y="6479508"/>
            <a:ext cx="3526945" cy="3526945"/>
          </a:xfrm>
          <a:custGeom>
            <a:avLst/>
            <a:gdLst/>
            <a:ahLst/>
            <a:cxnLst/>
            <a:rect r="r" b="b" t="t" l="l"/>
            <a:pathLst>
              <a:path h="3526945" w="3526945">
                <a:moveTo>
                  <a:pt x="0" y="0"/>
                </a:moveTo>
                <a:lnTo>
                  <a:pt x="3526944" y="0"/>
                </a:lnTo>
                <a:lnTo>
                  <a:pt x="3526944" y="3526945"/>
                </a:lnTo>
                <a:lnTo>
                  <a:pt x="0" y="352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Siapakah Nabi Ibrahim a.s.?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3295650"/>
            <a:ext cx="7125602" cy="23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1"/>
              </a:lnSpc>
            </a:pPr>
            <a:r>
              <a:rPr lang="en-US" sz="2586" spc="-38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Nabi Ibrahim a.s. adalah </a:t>
            </a:r>
            <a:r>
              <a:rPr lang="en-US" b="true" sz="2586" spc="-38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salah satu nabi</a:t>
            </a:r>
            <a:r>
              <a:rPr lang="en-US" sz="2586" spc="-38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yang sangat dihormati. Ia dikenal sebagai ayah para nabi, termasuk Nabi Ismail dan Nabi Ishaq. Kisah hidupnya penuh dengan </a:t>
            </a:r>
            <a:r>
              <a:rPr lang="en-US" b="true" sz="2586" spc="-38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keberanian dan ketaatan</a:t>
            </a:r>
            <a:r>
              <a:rPr lang="en-US" sz="2586" spc="-38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kepada Allah.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7085288"/>
            <a:ext cx="2690124" cy="22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Beliau keturunan</a:t>
            </a:r>
          </a:p>
          <a:p>
            <a:pPr algn="l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kesepuluh dari </a:t>
            </a:r>
          </a:p>
          <a:p>
            <a:pPr algn="l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Nabi Nuh a.s.</a:t>
            </a:r>
          </a:p>
          <a:p>
            <a:pPr algn="l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Ayahnya bernama </a:t>
            </a:r>
          </a:p>
          <a:p>
            <a:pPr algn="l" marL="0" indent="0" lvl="0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Azar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99CE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6926240" cy="6267450"/>
            <a:chOff x="0" y="0"/>
            <a:chExt cx="909606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606" cy="823089"/>
            </a:xfrm>
            <a:custGeom>
              <a:avLst/>
              <a:gdLst/>
              <a:ahLst/>
              <a:cxnLst/>
              <a:rect r="r" b="b" t="t" l="l"/>
              <a:pathLst>
                <a:path h="823089" w="909606">
                  <a:moveTo>
                    <a:pt x="22355" y="0"/>
                  </a:moveTo>
                  <a:lnTo>
                    <a:pt x="887251" y="0"/>
                  </a:lnTo>
                  <a:cubicBezTo>
                    <a:pt x="893180" y="0"/>
                    <a:pt x="898866" y="2355"/>
                    <a:pt x="903058" y="6548"/>
                  </a:cubicBezTo>
                  <a:cubicBezTo>
                    <a:pt x="907251" y="10740"/>
                    <a:pt x="909606" y="16426"/>
                    <a:pt x="909606" y="22355"/>
                  </a:cubicBezTo>
                  <a:lnTo>
                    <a:pt x="909606" y="800733"/>
                  </a:lnTo>
                  <a:cubicBezTo>
                    <a:pt x="909606" y="813080"/>
                    <a:pt x="899597" y="823089"/>
                    <a:pt x="887251" y="823089"/>
                  </a:cubicBezTo>
                  <a:lnTo>
                    <a:pt x="22355" y="823089"/>
                  </a:lnTo>
                  <a:cubicBezTo>
                    <a:pt x="10009" y="823089"/>
                    <a:pt x="0" y="813080"/>
                    <a:pt x="0" y="800733"/>
                  </a:cubicBezTo>
                  <a:lnTo>
                    <a:pt x="0" y="22355"/>
                  </a:lnTo>
                  <a:cubicBezTo>
                    <a:pt x="0" y="10009"/>
                    <a:pt x="10009" y="0"/>
                    <a:pt x="22355" y="0"/>
                  </a:cubicBezTo>
                  <a:close/>
                </a:path>
              </a:pathLst>
            </a:custGeom>
            <a:blipFill>
              <a:blip r:embed="rId2"/>
              <a:stretch>
                <a:fillRect l="-31705" t="0" r="-31705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104936" y="3355939"/>
            <a:ext cx="9516314" cy="3655851"/>
          </a:xfrm>
          <a:custGeom>
            <a:avLst/>
            <a:gdLst/>
            <a:ahLst/>
            <a:cxnLst/>
            <a:rect r="r" b="b" t="t" l="l"/>
            <a:pathLst>
              <a:path h="3655851" w="9516314">
                <a:moveTo>
                  <a:pt x="0" y="0"/>
                </a:moveTo>
                <a:lnTo>
                  <a:pt x="9516314" y="0"/>
                </a:lnTo>
                <a:lnTo>
                  <a:pt x="9516314" y="3655851"/>
                </a:lnTo>
                <a:lnTo>
                  <a:pt x="0" y="3655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25853" y="7183240"/>
            <a:ext cx="9874479" cy="2229987"/>
          </a:xfrm>
          <a:custGeom>
            <a:avLst/>
            <a:gdLst/>
            <a:ahLst/>
            <a:cxnLst/>
            <a:rect r="r" b="b" t="t" l="l"/>
            <a:pathLst>
              <a:path h="2229987" w="9874479">
                <a:moveTo>
                  <a:pt x="0" y="0"/>
                </a:moveTo>
                <a:lnTo>
                  <a:pt x="9874479" y="0"/>
                </a:lnTo>
                <a:lnTo>
                  <a:pt x="9874479" y="2229987"/>
                </a:lnTo>
                <a:lnTo>
                  <a:pt x="0" y="2229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Nabi Ibrahim a.s pada masa anak-anak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42407" y="3870289"/>
            <a:ext cx="9278843" cy="22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Nabi Ibrahim a.s lahir di Babilonia. saat itu Raja Namrud sedang berkuasa. Raja ANmrud merupakan raja zalim dan kejam. ia memerintahkan pasukannya untuk membunuh bayi laki-laki yang lahir saat itu. karena ia khawatir bila nanti dewasa akan mengalahkannya.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8468" y="2692436"/>
            <a:ext cx="10776392" cy="49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5"/>
              </a:lnSpc>
            </a:pPr>
            <a:r>
              <a:rPr lang="en-US" sz="3685" spc="-11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Bagaimana </a:t>
            </a:r>
            <a:r>
              <a:rPr lang="en-US" sz="3685" spc="-11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Nabi Ibrahim a.s pada masa kanak-kanak?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21490" y="7453423"/>
            <a:ext cx="9278843" cy="180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karena takut, Nabi Ibrahim a.s yang masih bayi disembunyikan orangtuanya di dalam goa.</a:t>
            </a:r>
          </a:p>
          <a:p>
            <a:pPr algn="l" marL="0" indent="0" lvl="0">
              <a:lnSpc>
                <a:spcPts val="3621"/>
              </a:lnSpc>
            </a:pPr>
            <a:r>
              <a:rPr lang="en-US" sz="2586" spc="-3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sejak kecil Nabi Ibrahim sangat pintar dan kritis. beliau selalu menanyakan siapa Tuhannya.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1541" y="1991147"/>
            <a:ext cx="7966657" cy="8295853"/>
            <a:chOff x="0" y="0"/>
            <a:chExt cx="1297357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7357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97357">
                  <a:moveTo>
                    <a:pt x="0" y="0"/>
                  </a:moveTo>
                  <a:lnTo>
                    <a:pt x="1297357" y="0"/>
                  </a:lnTo>
                  <a:lnTo>
                    <a:pt x="1297357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-3203" r="0" b="-320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1541" y="14287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Dakwah Nabi Ibrahim a.s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393297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Nabi Ibrahim a.s. mengalami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mukjizat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ketika dia dilemparkan ke dalam api unggun oleh Raja Namrud. Allah melindunginya, sehingga api tidak membakar tubuhnya sama sekali, sebagai tanda kekuasaan-Nya.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09605" y="1028700"/>
            <a:ext cx="9197976" cy="8591550"/>
            <a:chOff x="0" y="0"/>
            <a:chExt cx="1000365" cy="934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0365" cy="934411"/>
            </a:xfrm>
            <a:custGeom>
              <a:avLst/>
              <a:gdLst/>
              <a:ahLst/>
              <a:cxnLst/>
              <a:rect r="r" b="b" t="t" l="l"/>
              <a:pathLst>
                <a:path h="934411" w="1000365">
                  <a:moveTo>
                    <a:pt x="16834" y="0"/>
                  </a:moveTo>
                  <a:lnTo>
                    <a:pt x="983531" y="0"/>
                  </a:lnTo>
                  <a:cubicBezTo>
                    <a:pt x="987996" y="0"/>
                    <a:pt x="992278" y="1774"/>
                    <a:pt x="995435" y="4931"/>
                  </a:cubicBezTo>
                  <a:cubicBezTo>
                    <a:pt x="998592" y="8088"/>
                    <a:pt x="1000365" y="12369"/>
                    <a:pt x="1000365" y="16834"/>
                  </a:cubicBezTo>
                  <a:lnTo>
                    <a:pt x="1000365" y="917577"/>
                  </a:lnTo>
                  <a:cubicBezTo>
                    <a:pt x="1000365" y="922041"/>
                    <a:pt x="998592" y="926323"/>
                    <a:pt x="995435" y="929480"/>
                  </a:cubicBezTo>
                  <a:cubicBezTo>
                    <a:pt x="992278" y="932637"/>
                    <a:pt x="987996" y="934411"/>
                    <a:pt x="983531" y="934411"/>
                  </a:cubicBezTo>
                  <a:lnTo>
                    <a:pt x="16834" y="934411"/>
                  </a:lnTo>
                  <a:cubicBezTo>
                    <a:pt x="12369" y="934411"/>
                    <a:pt x="8088" y="932637"/>
                    <a:pt x="4931" y="929480"/>
                  </a:cubicBezTo>
                  <a:cubicBezTo>
                    <a:pt x="1774" y="926323"/>
                    <a:pt x="0" y="922041"/>
                    <a:pt x="0" y="917577"/>
                  </a:cubicBezTo>
                  <a:lnTo>
                    <a:pt x="0" y="16834"/>
                  </a:lnTo>
                  <a:cubicBezTo>
                    <a:pt x="0" y="12369"/>
                    <a:pt x="1774" y="8088"/>
                    <a:pt x="4931" y="4931"/>
                  </a:cubicBezTo>
                  <a:cubicBezTo>
                    <a:pt x="8088" y="1774"/>
                    <a:pt x="12369" y="0"/>
                    <a:pt x="168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705" r="0" b="-1170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841626"/>
            <a:ext cx="7661448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Setelah dewasa, Nabi Ibrahim a.s kembali ke Babilonia.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masyarakat Babilonia banyak yang menyembah berhala termasuk ayahnya sendiri.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Ayah Nabi Ibrahim bekerja sebagai pembuat berhala.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Nabi Ibrahim a.s mengajak ayahnya dan masyarakat agar menyembah Alloh Swt.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namun , mereka menentangnya hahkan menganggapnya gila. sampai suatu ketika Nabi Ibrahim menghancurkan semua berhala, kecuali berhala yang paling besar.</a:t>
            </a:r>
          </a:p>
          <a:p>
            <a:pPr algn="l" marL="0" indent="0" lvl="0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99CE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90850"/>
            <a:ext cx="5448300" cy="6267450"/>
            <a:chOff x="0" y="0"/>
            <a:chExt cx="71551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3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38988" y="2990850"/>
            <a:ext cx="8347727" cy="6774679"/>
            <a:chOff x="0" y="0"/>
            <a:chExt cx="11130302" cy="903290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11130302" cy="1129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5"/>
                </a:lnSpc>
                <a:spcBef>
                  <a:spcPct val="0"/>
                </a:spcBef>
              </a:pPr>
              <a:r>
                <a:rPr lang="en-US" b="true" sz="5204" spc="-78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Keberanian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40799"/>
              <a:ext cx="11130302" cy="6792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8"/>
                </a:lnSpc>
              </a:pPr>
              <a:r>
                <a:rPr lang="en-US" sz="4163" spc="-62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Nabi Ibrahim a.s bermimpi dalm tidurnya. mimpi itu terjadi sampai 3X.</a:t>
              </a:r>
            </a:p>
            <a:p>
              <a:pPr algn="l">
                <a:lnSpc>
                  <a:spcPts val="5828"/>
                </a:lnSpc>
              </a:pPr>
              <a:r>
                <a:rPr lang="en-US" sz="4163" spc="-62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 dalam mimpinya, Alloh Swt. memerintahkan Nabi Ibrahim a.s menyembelih putranya yang bernam Ismail.</a:t>
              </a:r>
            </a:p>
            <a:p>
              <a:pPr algn="l" marL="0" indent="0" lvl="0">
                <a:lnSpc>
                  <a:spcPts val="582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Sikap Teladan Nabi Ibrahim a.s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347727" cy="8004036"/>
            <a:chOff x="0" y="0"/>
            <a:chExt cx="11130302" cy="106720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1130302" cy="1050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5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45348"/>
              <a:ext cx="11130302" cy="9726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8"/>
                </a:lnSpc>
              </a:pPr>
              <a:r>
                <a:rPr lang="en-US" sz="4163" spc="-62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mimpi tersebut disampaikan kepada Ismail dan meminta pendapat kepada putranya.</a:t>
              </a:r>
            </a:p>
            <a:p>
              <a:pPr algn="l">
                <a:lnSpc>
                  <a:spcPts val="5828"/>
                </a:lnSpc>
              </a:pPr>
              <a:r>
                <a:rPr lang="en-US" sz="4163" spc="-62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Subhanalloh, Nabi Ismail menjawab dengan tegas “ wahai ayahku, lakukan apa yang Alloh perintahkan kepadamu!”</a:t>
              </a:r>
            </a:p>
            <a:p>
              <a:pPr algn="l" marL="0" indent="0" lvl="0">
                <a:lnSpc>
                  <a:spcPts val="5828"/>
                </a:lnSpc>
              </a:pPr>
              <a:r>
                <a:rPr lang="en-US" sz="4163" spc="-62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akhirnya, dengan rela berkorban Nabi Ibrahim a.s melaksanakan perintah Alloh Swt.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0158" y="447491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14345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0" t="-66" r="0" b="-66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490568" y="828185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729466"/>
            <a:ext cx="7420970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Meneladani Nabi Ibrahim a.s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568" y="8585200"/>
            <a:ext cx="68865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Selain cotoh disamping banyak juga perilaku taat dan patuh kepada Alloh Swt. dalam kehidupan sehari-hari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6962" y="1438091"/>
            <a:ext cx="903044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 spc="-104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yang dapat kita teladani dari kisah Nabi Ibrahim diantaranya: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57758" y="2685498"/>
            <a:ext cx="8629650" cy="1538600"/>
            <a:chOff x="0" y="0"/>
            <a:chExt cx="2272830" cy="4052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57758" y="4546255"/>
            <a:ext cx="8629650" cy="1538600"/>
            <a:chOff x="0" y="0"/>
            <a:chExt cx="2272830" cy="405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7758" y="6438460"/>
            <a:ext cx="8629650" cy="1538600"/>
            <a:chOff x="0" y="0"/>
            <a:chExt cx="2272830" cy="4052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57758" y="8300909"/>
            <a:ext cx="8629650" cy="1538600"/>
            <a:chOff x="0" y="0"/>
            <a:chExt cx="2272830" cy="4052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16846" y="3219848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membantu orang lain yang kesusahan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16846" y="4861529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memberikan uang tabungan kepada korban bencana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16846" y="6753734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memungut sampah yang berserakan dan membuangnya ke tempat sampah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16846" y="8616184"/>
            <a:ext cx="7311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memberikan tempat duduk kepada orang lain yang lebih membutuhkan.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99CE8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1952709"/>
            <a:chOff x="0" y="0"/>
            <a:chExt cx="17665700" cy="26036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550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25"/>
                </a:lnSpc>
              </a:pPr>
              <a:r>
                <a:rPr lang="en-US" sz="7250" spc="-217">
                  <a:solidFill>
                    <a:srgbClr val="4A7C5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Pelajaran dari Kisah Nabi Ibrahim a.s.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352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Nilai-nilai penting yang perlu dipelajari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Keyakinan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Nabi Ibrahim a.s. menunjukkan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keyakinan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yang kuat kepada Allah. Ia tidak ragu untuk mengikuti setiap perintah-Nya, meskipun tantangan yang dihadapi sangat besar dan berat.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85955" y="4791075"/>
            <a:ext cx="4010025" cy="3282950"/>
            <a:chOff x="0" y="0"/>
            <a:chExt cx="5346700" cy="43772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Keberanian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331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Dalam menghadapi orang-orang yang menyembah berhala, Nabi Ibrahim a.s. menunjukkan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keberanian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luar biasa. Ia berdiri teguh untuk menyampaikan kebenaran meski harus menghadapi risiko yang mengancam hidupnya.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83756" y="4791075"/>
            <a:ext cx="4010025" cy="3282950"/>
            <a:chOff x="0" y="0"/>
            <a:chExt cx="5346700" cy="43772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Ketaatan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331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Ketaatan Nabi Ibrahim a.s. pada perintah Allah sangat mengagumkan. Ia rela mengorbankan putranya, Ismail, sebagai bentuk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ketaatan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yang tulus kepada semua perintah Allah tanpa ragu.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956550"/>
            <a:ext cx="6886575" cy="166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Dalam kisah Nabi Ibrahim a.s., beliau dikenal sebagai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ayah para nabi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Beliau memiliki keturunan yang menjadi nabi-nabi besar dalam sejarah Islam.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33425"/>
            <a:ext cx="6886575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Soal 1: Ayah Para Nabi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0" y="1076325"/>
            <a:ext cx="8629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 spc="-104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Siapakah ayah para nabi?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1600" y="2457450"/>
            <a:ext cx="8629650" cy="1538600"/>
            <a:chOff x="0" y="0"/>
            <a:chExt cx="2272830" cy="4052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1600" y="4318206"/>
            <a:ext cx="8629650" cy="1538600"/>
            <a:chOff x="0" y="0"/>
            <a:chExt cx="2272830" cy="405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1600" y="6210411"/>
            <a:ext cx="8629650" cy="1538600"/>
            <a:chOff x="0" y="0"/>
            <a:chExt cx="2272830" cy="4052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1600" y="8072861"/>
            <a:ext cx="8629650" cy="1538600"/>
            <a:chOff x="0" y="0"/>
            <a:chExt cx="2272830" cy="405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50688" y="2991800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Nuh a.s.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0688" y="4852556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Ibrahim a.s.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0688" y="6744761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Musa a.s.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0688" y="8607211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Isa a.s.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927975"/>
            <a:ext cx="6886575" cy="169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Dalam kisah Nabi Ibrahim a.s., beliau menunjukkan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keberanian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saat menghancurkan berhala yang disembah oleh kaumnya. Ini adalah langkah penting dalam menyebarkan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ajaran tauhid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33425"/>
            <a:ext cx="6886575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Soal 2: Apa yang Dihancurkan?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0" y="1076325"/>
            <a:ext cx="8629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 spc="-104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Apa yang dihancurkan Nabi Ibrahim?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1600" y="2457450"/>
            <a:ext cx="8629650" cy="1538600"/>
            <a:chOff x="0" y="0"/>
            <a:chExt cx="2272830" cy="4052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1600" y="4318206"/>
            <a:ext cx="8629650" cy="1538600"/>
            <a:chOff x="0" y="0"/>
            <a:chExt cx="2272830" cy="405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1600" y="6210411"/>
            <a:ext cx="8629650" cy="1538600"/>
            <a:chOff x="0" y="0"/>
            <a:chExt cx="2272830" cy="4052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1600" y="8072861"/>
            <a:ext cx="8629650" cy="1538600"/>
            <a:chOff x="0" y="0"/>
            <a:chExt cx="2272830" cy="405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2830" cy="405228"/>
            </a:xfrm>
            <a:custGeom>
              <a:avLst/>
              <a:gdLst/>
              <a:ahLst/>
              <a:cxnLst/>
              <a:rect r="r" b="b" t="t" l="l"/>
              <a:pathLst>
                <a:path h="405228" w="2272830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7EB2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72830" cy="462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50688" y="2991800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Rumah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0688" y="4852556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Makanan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0688" y="6438896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u="sng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tooltip="https://wordwall.net/id/resource/70670739"/>
              </a:rPr>
              <a:t>Berhala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0688" y="8607211"/>
            <a:ext cx="73114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Pakaian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4" tooltip="https://wordwall.net/id/resource/70670739"/>
          </p:cNvPr>
          <p:cNvSpPr/>
          <p:nvPr/>
        </p:nvSpPr>
        <p:spPr>
          <a:xfrm flipH="false" flipV="false" rot="0">
            <a:off x="6145924" y="3086100"/>
            <a:ext cx="6467269" cy="4114800"/>
          </a:xfrm>
          <a:custGeom>
            <a:avLst/>
            <a:gdLst/>
            <a:ahLst/>
            <a:cxnLst/>
            <a:rect r="r" b="b" t="t" l="l"/>
            <a:pathLst>
              <a:path h="4114800" w="6467269">
                <a:moveTo>
                  <a:pt x="0" y="0"/>
                </a:moveTo>
                <a:lnTo>
                  <a:pt x="6467269" y="0"/>
                </a:lnTo>
                <a:lnTo>
                  <a:pt x="64672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9489" y="1247775"/>
            <a:ext cx="16701717" cy="153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8"/>
              </a:lnSpc>
            </a:pPr>
            <a:r>
              <a:rPr lang="en-US" sz="11498" spc="-402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Lets try the game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D978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01760"/>
            <a:ext cx="832485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Telah Belajar Kisah Nabi Ibrahim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4A7C5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Terima Kasih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9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DAG7KlrL52M</dc:identifier>
  <dcterms:modified xsi:type="dcterms:W3CDTF">2011-08-01T06:04:30Z</dcterms:modified>
  <cp:revision>1</cp:revision>
  <dc:title>Oleh: M. Farhan Fathurrohman S.Pd.</dc:title>
</cp:coreProperties>
</file>