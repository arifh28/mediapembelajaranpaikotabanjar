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Nyutro Sans Heavy" charset="1" panose="00000000000000000000"/>
      <p:regular r:id="rId19"/>
    </p:embeddedFont>
    <p:embeddedFont>
      <p:font typeface="Nyutro Sans Bold" charset="1" panose="00000000000000000000"/>
      <p:regular r:id="rId20"/>
    </p:embeddedFont>
    <p:embeddedFont>
      <p:font typeface="Nyutro Sans" charset="1" panose="00000000000000000000"/>
      <p:regular r:id="rId21"/>
    </p:embeddedFont>
    <p:embeddedFont>
      <p:font typeface="Open Sans Bold" charset="1" panose="020B0806030504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10.jpeg" Type="http://schemas.openxmlformats.org/officeDocument/2006/relationships/image"/><Relationship Id="rId4" Target="../media/image2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8625" y="3962989"/>
            <a:ext cx="5541845" cy="4097992"/>
          </a:xfrm>
          <a:custGeom>
            <a:avLst/>
            <a:gdLst/>
            <a:ahLst/>
            <a:cxnLst/>
            <a:rect r="r" b="b" t="t" l="l"/>
            <a:pathLst>
              <a:path h="4097992" w="5541845">
                <a:moveTo>
                  <a:pt x="0" y="0"/>
                </a:moveTo>
                <a:lnTo>
                  <a:pt x="5541845" y="0"/>
                </a:lnTo>
                <a:lnTo>
                  <a:pt x="5541845" y="4097992"/>
                </a:lnTo>
                <a:lnTo>
                  <a:pt x="0" y="40979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18125" y="3962989"/>
            <a:ext cx="5262502" cy="3821989"/>
          </a:xfrm>
          <a:custGeom>
            <a:avLst/>
            <a:gdLst/>
            <a:ahLst/>
            <a:cxnLst/>
            <a:rect r="r" b="b" t="t" l="l"/>
            <a:pathLst>
              <a:path h="3821989" w="5262502">
                <a:moveTo>
                  <a:pt x="0" y="0"/>
                </a:moveTo>
                <a:lnTo>
                  <a:pt x="5262502" y="0"/>
                </a:lnTo>
                <a:lnTo>
                  <a:pt x="5262502" y="3821988"/>
                </a:lnTo>
                <a:lnTo>
                  <a:pt x="0" y="38219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171" t="-1727" r="0" b="-172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36600" y="4588417"/>
            <a:ext cx="5414799" cy="2847136"/>
          </a:xfrm>
          <a:custGeom>
            <a:avLst/>
            <a:gdLst/>
            <a:ahLst/>
            <a:cxnLst/>
            <a:rect r="r" b="b" t="t" l="l"/>
            <a:pathLst>
              <a:path h="2847136" w="5414799">
                <a:moveTo>
                  <a:pt x="0" y="0"/>
                </a:moveTo>
                <a:lnTo>
                  <a:pt x="5414800" y="0"/>
                </a:lnTo>
                <a:lnTo>
                  <a:pt x="5414800" y="2847136"/>
                </a:lnTo>
                <a:lnTo>
                  <a:pt x="0" y="28471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952750" y="314325"/>
            <a:ext cx="11380093" cy="2225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37"/>
              </a:lnSpc>
            </a:pPr>
            <a:r>
              <a:rPr lang="en-US" b="true" sz="7937" spc="-79">
                <a:solidFill>
                  <a:srgbClr val="4D3F24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Mengenal Salat Jumat, Duha, dan Tahajud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4350" y="2996491"/>
            <a:ext cx="5756588" cy="4127365"/>
          </a:xfrm>
          <a:custGeom>
            <a:avLst/>
            <a:gdLst/>
            <a:ahLst/>
            <a:cxnLst/>
            <a:rect r="r" b="b" t="t" l="l"/>
            <a:pathLst>
              <a:path h="4127365" w="5756588">
                <a:moveTo>
                  <a:pt x="0" y="0"/>
                </a:moveTo>
                <a:lnTo>
                  <a:pt x="5756588" y="0"/>
                </a:lnTo>
                <a:lnTo>
                  <a:pt x="5756588" y="4127365"/>
                </a:lnTo>
                <a:lnTo>
                  <a:pt x="0" y="41273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40257" y="4484278"/>
            <a:ext cx="3046935" cy="1318444"/>
          </a:xfrm>
          <a:custGeom>
            <a:avLst/>
            <a:gdLst/>
            <a:ahLst/>
            <a:cxnLst/>
            <a:rect r="r" b="b" t="t" l="l"/>
            <a:pathLst>
              <a:path h="1318444" w="3046935">
                <a:moveTo>
                  <a:pt x="0" y="0"/>
                </a:moveTo>
                <a:lnTo>
                  <a:pt x="3046935" y="0"/>
                </a:lnTo>
                <a:lnTo>
                  <a:pt x="3046935" y="1318444"/>
                </a:lnTo>
                <a:lnTo>
                  <a:pt x="0" y="13184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07" t="0" r="-110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85060" y="2996491"/>
            <a:ext cx="7833329" cy="4882040"/>
          </a:xfrm>
          <a:custGeom>
            <a:avLst/>
            <a:gdLst/>
            <a:ahLst/>
            <a:cxnLst/>
            <a:rect r="r" b="b" t="t" l="l"/>
            <a:pathLst>
              <a:path h="4882040" w="7833329">
                <a:moveTo>
                  <a:pt x="0" y="0"/>
                </a:moveTo>
                <a:lnTo>
                  <a:pt x="7833330" y="0"/>
                </a:lnTo>
                <a:lnTo>
                  <a:pt x="7833330" y="4882040"/>
                </a:lnTo>
                <a:lnTo>
                  <a:pt x="0" y="48820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FE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4010025" cy="6267450"/>
            <a:chOff x="0" y="0"/>
            <a:chExt cx="1056138" cy="1650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81575" y="3352800"/>
            <a:ext cx="4010025" cy="6267450"/>
            <a:chOff x="0" y="0"/>
            <a:chExt cx="1056138" cy="1650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3352800"/>
            <a:ext cx="4010025" cy="6267450"/>
            <a:chOff x="0" y="0"/>
            <a:chExt cx="1056138" cy="16506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11225" y="3352800"/>
            <a:ext cx="4010025" cy="6267450"/>
            <a:chOff x="0" y="0"/>
            <a:chExt cx="1056138" cy="16506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742950"/>
            <a:ext cx="169545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4D3F24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Mengenal Salat Jumat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28700" y="3740848"/>
            <a:ext cx="3603986" cy="5334518"/>
            <a:chOff x="0" y="0"/>
            <a:chExt cx="4805315" cy="7112691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38100"/>
              <a:ext cx="4805315" cy="9791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522"/>
                </a:lnSpc>
              </a:pPr>
              <a:r>
                <a:rPr lang="en-US" b="true" sz="5025" spc="-50">
                  <a:solidFill>
                    <a:srgbClr val="4D3F24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Definisi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87908" y="1319109"/>
              <a:ext cx="4029498" cy="57935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889"/>
                </a:lnSpc>
              </a:pPr>
              <a:r>
                <a:rPr lang="en-US" sz="3492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Salat Jumat adalah salat dua rakaat yang dilakukan pada waktu zuhur hari Jumat.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470786" y="3740848"/>
            <a:ext cx="3031604" cy="4304983"/>
            <a:chOff x="0" y="0"/>
            <a:chExt cx="4042139" cy="5739978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38100"/>
              <a:ext cx="4042139" cy="9791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522"/>
                </a:lnSpc>
              </a:pPr>
              <a:r>
                <a:rPr lang="en-US" b="true" sz="5025" spc="-50">
                  <a:solidFill>
                    <a:srgbClr val="4D3F24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Waktu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3049270"/>
              <a:ext cx="4042139" cy="26907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319"/>
                </a:lnSpc>
                <a:spcBef>
                  <a:spcPct val="0"/>
                </a:spcBef>
              </a:pPr>
              <a:r>
                <a:rPr lang="en-US" sz="3799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</a:t>
              </a:r>
              <a:r>
                <a:rPr lang="en-US" sz="3799" strike="noStrike" u="none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</a:t>
              </a:r>
              <a:r>
                <a:rPr lang="en-US" sz="3799" strike="noStrike" u="none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d</a:t>
              </a:r>
              <a:r>
                <a:rPr lang="en-US" sz="3799" strike="noStrike" u="none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</a:t>
              </a:r>
              <a:r>
                <a:rPr lang="en-US" sz="3799" strike="noStrike" u="none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w</a:t>
              </a:r>
              <a:r>
                <a:rPr lang="en-US" sz="3799" strike="noStrike" u="none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akt</a:t>
              </a:r>
              <a:r>
                <a:rPr lang="en-US" sz="3799" strike="noStrike" u="none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u zuhur h</a:t>
              </a:r>
              <a:r>
                <a:rPr lang="en-US" sz="3799" strike="noStrike" u="none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</a:t>
              </a:r>
              <a:r>
                <a:rPr lang="en-US" sz="3799" strike="noStrike" u="none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ri</a:t>
              </a:r>
              <a:r>
                <a:rPr lang="en-US" sz="3799" strike="noStrike" u="none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Jumat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829800" y="3740848"/>
            <a:ext cx="3031604" cy="4303078"/>
            <a:chOff x="0" y="0"/>
            <a:chExt cx="4042139" cy="5737438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38100"/>
              <a:ext cx="4042139" cy="9791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522"/>
                </a:lnSpc>
              </a:pPr>
              <a:r>
                <a:rPr lang="en-US" b="true" sz="5025" spc="-50">
                  <a:solidFill>
                    <a:srgbClr val="4D3F24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Hukum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2420620"/>
              <a:ext cx="4042139" cy="3316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899"/>
                </a:lnSpc>
                <a:spcBef>
                  <a:spcPct val="0"/>
                </a:spcBef>
              </a:pPr>
              <a:r>
                <a:rPr lang="en-US" sz="3499" strike="noStrike" u="none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3499" strike="noStrike" u="none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f</a:t>
              </a:r>
              <a:r>
                <a:rPr lang="en-US" sz="3499" strike="noStrike" u="none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ar</a:t>
              </a:r>
              <a:r>
                <a:rPr lang="en-US" sz="3499" strike="noStrike" u="none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du</a:t>
              </a:r>
              <a:r>
                <a:rPr lang="en-US" sz="3499" strike="noStrike" u="none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ai</a:t>
              </a:r>
              <a:r>
                <a:rPr lang="en-US" sz="3499" strike="noStrike" u="none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n yaitu wajib bagi setiap muslim laki-laki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103701" y="3697233"/>
            <a:ext cx="3025073" cy="3564573"/>
            <a:chOff x="0" y="0"/>
            <a:chExt cx="4033431" cy="4752764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38100"/>
              <a:ext cx="4033431" cy="9791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522"/>
                </a:lnSpc>
              </a:pPr>
              <a:r>
                <a:rPr lang="en-US" b="true" sz="5025" spc="-50">
                  <a:solidFill>
                    <a:srgbClr val="4D3F24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Dalil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2982595"/>
              <a:ext cx="4033431" cy="1770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179"/>
                </a:lnSpc>
                <a:spcBef>
                  <a:spcPct val="0"/>
                </a:spcBef>
              </a:pPr>
              <a:r>
                <a:rPr lang="en-US" sz="3699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(Q.S.</a:t>
              </a:r>
              <a:r>
                <a:rPr lang="en-US" sz="3699" strike="noStrike" u="none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3699" strike="noStrike" u="none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</a:t>
              </a:r>
              <a:r>
                <a:rPr lang="en-US" sz="3699" strike="noStrike" u="none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l </a:t>
              </a:r>
              <a:r>
                <a:rPr lang="en-US" sz="3699" strike="noStrike" u="none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J</a:t>
              </a:r>
              <a:r>
                <a:rPr lang="en-US" sz="3699" strike="noStrike" u="none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um</a:t>
              </a:r>
              <a:r>
                <a:rPr lang="en-US" sz="3699" strike="noStrike" u="none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u’ah/62: 9)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FE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7725" y="581025"/>
            <a:ext cx="16592550" cy="207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8000" spc="-80">
                <a:solidFill>
                  <a:srgbClr val="4D3F24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Siapakah yang wajib melaksanakan Sholat Jumat?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66888" y="4314825"/>
            <a:ext cx="14754225" cy="4300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33"/>
              </a:lnSpc>
              <a:spcBef>
                <a:spcPct val="0"/>
              </a:spcBef>
            </a:pPr>
            <a:r>
              <a:rPr lang="en-US" b="true" sz="7148" spc="-71">
                <a:solidFill>
                  <a:srgbClr val="4D3F24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1) muslim, 2) laki-laki, 3) merdeka, 4) balig dan berakal sehat, 5) penduduk tetap (mukim) dan 6) bebas dari aneka halangan yang dibenarkan agama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7963" y="2864177"/>
            <a:ext cx="15934023" cy="6754375"/>
          </a:xfrm>
          <a:custGeom>
            <a:avLst/>
            <a:gdLst/>
            <a:ahLst/>
            <a:cxnLst/>
            <a:rect r="r" b="b" t="t" l="l"/>
            <a:pathLst>
              <a:path h="6754375" w="15934023">
                <a:moveTo>
                  <a:pt x="0" y="0"/>
                </a:moveTo>
                <a:lnTo>
                  <a:pt x="15934024" y="0"/>
                </a:lnTo>
                <a:lnTo>
                  <a:pt x="15934024" y="6754375"/>
                </a:lnTo>
                <a:lnTo>
                  <a:pt x="0" y="67543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7302" t="-134651" r="-37086" b="-6296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66900" y="390525"/>
            <a:ext cx="14916150" cy="189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60"/>
              </a:lnSpc>
              <a:spcBef>
                <a:spcPct val="0"/>
              </a:spcBef>
            </a:pPr>
            <a:r>
              <a:rPr lang="en-US" b="true" sz="7400" spc="-74">
                <a:solidFill>
                  <a:srgbClr val="4D3F24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Siapakah yang boleh tidak Sholat Jum’at???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46009" y="2061951"/>
            <a:ext cx="11979844" cy="6177434"/>
          </a:xfrm>
          <a:custGeom>
            <a:avLst/>
            <a:gdLst/>
            <a:ahLst/>
            <a:cxnLst/>
            <a:rect r="r" b="b" t="t" l="l"/>
            <a:pathLst>
              <a:path h="6177434" w="11979844">
                <a:moveTo>
                  <a:pt x="0" y="0"/>
                </a:moveTo>
                <a:lnTo>
                  <a:pt x="11979844" y="0"/>
                </a:lnTo>
                <a:lnTo>
                  <a:pt x="11979844" y="6177435"/>
                </a:lnTo>
                <a:lnTo>
                  <a:pt x="0" y="61774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1931" t="-81852" r="-38731" b="-5874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750" y="733425"/>
            <a:ext cx="17621250" cy="1128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73"/>
              </a:lnSpc>
              <a:spcBef>
                <a:spcPct val="0"/>
              </a:spcBef>
            </a:pPr>
            <a:r>
              <a:rPr lang="en-US" b="true" sz="7859" spc="-78">
                <a:solidFill>
                  <a:srgbClr val="4D3F24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Apa saja persiapan Sholat Jum’at????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203209" y="8153661"/>
            <a:ext cx="2950144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true">
                <a:solidFill>
                  <a:srgbClr val="4D3F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Mandi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22056" y="8172711"/>
            <a:ext cx="2950144" cy="1725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4D3F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Memakai pakaian terbaik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69503" y="8302886"/>
            <a:ext cx="2950144" cy="1144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4D3F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Memakai Wewangian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FE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2475" y="295275"/>
            <a:ext cx="15711144" cy="100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06"/>
              </a:lnSpc>
              <a:spcBef>
                <a:spcPct val="0"/>
              </a:spcBef>
            </a:pPr>
            <a:r>
              <a:rPr lang="en-US" b="true" sz="7007" spc="-70">
                <a:solidFill>
                  <a:srgbClr val="4D3F24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Tata Cara Sholat Jum’at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92982" y="2313940"/>
            <a:ext cx="13902035" cy="7397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95" indent="-442598" lvl="1">
              <a:lnSpc>
                <a:spcPts val="5740"/>
              </a:lnSpc>
              <a:buFont typeface="Arial"/>
              <a:buChar char="•"/>
            </a:pPr>
            <a:r>
              <a:rPr lang="en-US" b="true" sz="4100">
                <a:solidFill>
                  <a:srgbClr val="4D3F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Menyegerakan pergi ke masjid</a:t>
            </a:r>
          </a:p>
          <a:p>
            <a:pPr algn="l" marL="885195" indent="-442598" lvl="1">
              <a:lnSpc>
                <a:spcPts val="5740"/>
              </a:lnSpc>
              <a:buFont typeface="Arial"/>
              <a:buChar char="•"/>
            </a:pPr>
            <a:r>
              <a:rPr lang="en-US" b="true" sz="4100">
                <a:solidFill>
                  <a:srgbClr val="4D3F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Masuk masjid mendahulukan kaki kanan</a:t>
            </a:r>
          </a:p>
          <a:p>
            <a:pPr algn="l" marL="885195" indent="-442598" lvl="1">
              <a:lnSpc>
                <a:spcPts val="5740"/>
              </a:lnSpc>
              <a:buFont typeface="Arial"/>
              <a:buChar char="•"/>
            </a:pPr>
            <a:r>
              <a:rPr lang="en-US" b="true" sz="4100">
                <a:solidFill>
                  <a:srgbClr val="4D3F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Menjaga adab didalam masjid</a:t>
            </a:r>
          </a:p>
          <a:p>
            <a:pPr algn="l" marL="885195" indent="-442598" lvl="1">
              <a:lnSpc>
                <a:spcPts val="5740"/>
              </a:lnSpc>
              <a:buFont typeface="Arial"/>
              <a:buChar char="•"/>
            </a:pPr>
            <a:r>
              <a:rPr lang="en-US" b="true" sz="4100">
                <a:solidFill>
                  <a:srgbClr val="4D3F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Dianjurkan melaksanakan sholat tahiyatul masjid</a:t>
            </a:r>
          </a:p>
          <a:p>
            <a:pPr algn="l" marL="885195" indent="-442598" lvl="1">
              <a:lnSpc>
                <a:spcPts val="5740"/>
              </a:lnSpc>
              <a:buFont typeface="Arial"/>
              <a:buChar char="•"/>
            </a:pPr>
            <a:r>
              <a:rPr lang="en-US" b="true" sz="4100">
                <a:solidFill>
                  <a:srgbClr val="4D3F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mendengarkan adzan</a:t>
            </a:r>
          </a:p>
          <a:p>
            <a:pPr algn="l" marL="885195" indent="-442598" lvl="1">
              <a:lnSpc>
                <a:spcPts val="5740"/>
              </a:lnSpc>
              <a:buFont typeface="Arial"/>
              <a:buChar char="•"/>
            </a:pPr>
            <a:r>
              <a:rPr lang="en-US" b="true" sz="4100">
                <a:solidFill>
                  <a:srgbClr val="4D3F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Mendengarkan dua khotbah</a:t>
            </a:r>
          </a:p>
          <a:p>
            <a:pPr algn="l" marL="885195" indent="-442598" lvl="1">
              <a:lnSpc>
                <a:spcPts val="5740"/>
              </a:lnSpc>
              <a:buFont typeface="Arial"/>
              <a:buChar char="•"/>
            </a:pPr>
            <a:r>
              <a:rPr lang="en-US" b="true" sz="4100">
                <a:solidFill>
                  <a:srgbClr val="4D3F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Mendengarkan ikamah</a:t>
            </a:r>
          </a:p>
          <a:p>
            <a:pPr algn="l" marL="885195" indent="-442598" lvl="1">
              <a:lnSpc>
                <a:spcPts val="5740"/>
              </a:lnSpc>
              <a:buFont typeface="Arial"/>
              <a:buChar char="•"/>
            </a:pPr>
            <a:r>
              <a:rPr lang="en-US" b="true" sz="4100">
                <a:solidFill>
                  <a:srgbClr val="4D3F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Melaksanakan sholat</a:t>
            </a:r>
            <a:r>
              <a:rPr lang="en-US" b="true" sz="4100">
                <a:solidFill>
                  <a:srgbClr val="4D3F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jum’at berjamaah</a:t>
            </a:r>
          </a:p>
          <a:p>
            <a:pPr algn="l" marL="885195" indent="-442598" lvl="1">
              <a:lnSpc>
                <a:spcPts val="5740"/>
              </a:lnSpc>
              <a:buFont typeface="Arial"/>
              <a:buChar char="•"/>
            </a:pPr>
            <a:r>
              <a:rPr lang="en-US" b="true" sz="4100">
                <a:solidFill>
                  <a:srgbClr val="4D3F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Dzikir dan berdoa setelah sholat Jum’at</a:t>
            </a:r>
          </a:p>
          <a:p>
            <a:pPr algn="l">
              <a:lnSpc>
                <a:spcPts val="727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2457450"/>
            <a:ext cx="8324850" cy="7162800"/>
            <a:chOff x="0" y="0"/>
            <a:chExt cx="2192553" cy="18864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2553" cy="1886499"/>
            </a:xfrm>
            <a:custGeom>
              <a:avLst/>
              <a:gdLst/>
              <a:ahLst/>
              <a:cxnLst/>
              <a:rect r="r" b="b" t="t" l="l"/>
              <a:pathLst>
                <a:path h="1886499" w="2192553">
                  <a:moveTo>
                    <a:pt x="23249" y="0"/>
                  </a:moveTo>
                  <a:lnTo>
                    <a:pt x="2169304" y="0"/>
                  </a:lnTo>
                  <a:cubicBezTo>
                    <a:pt x="2182144" y="0"/>
                    <a:pt x="2192553" y="10409"/>
                    <a:pt x="2192553" y="23249"/>
                  </a:cubicBezTo>
                  <a:lnTo>
                    <a:pt x="2192553" y="1863249"/>
                  </a:lnTo>
                  <a:cubicBezTo>
                    <a:pt x="2192553" y="1876090"/>
                    <a:pt x="2182144" y="1886499"/>
                    <a:pt x="2169304" y="1886499"/>
                  </a:cubicBezTo>
                  <a:lnTo>
                    <a:pt x="23249" y="1886499"/>
                  </a:lnTo>
                  <a:cubicBezTo>
                    <a:pt x="10409" y="1886499"/>
                    <a:pt x="0" y="1876090"/>
                    <a:pt x="0" y="1863249"/>
                  </a:cubicBezTo>
                  <a:lnTo>
                    <a:pt x="0" y="23249"/>
                  </a:lnTo>
                  <a:cubicBezTo>
                    <a:pt x="0" y="10409"/>
                    <a:pt x="10409" y="0"/>
                    <a:pt x="2324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2553" cy="1896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2457450"/>
            <a:ext cx="8324850" cy="7162800"/>
            <a:chOff x="0" y="0"/>
            <a:chExt cx="2192553" cy="18864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2553" cy="1886499"/>
            </a:xfrm>
            <a:custGeom>
              <a:avLst/>
              <a:gdLst/>
              <a:ahLst/>
              <a:cxnLst/>
              <a:rect r="r" b="b" t="t" l="l"/>
              <a:pathLst>
                <a:path h="1886499" w="2192553">
                  <a:moveTo>
                    <a:pt x="23249" y="0"/>
                  </a:moveTo>
                  <a:lnTo>
                    <a:pt x="2169304" y="0"/>
                  </a:lnTo>
                  <a:cubicBezTo>
                    <a:pt x="2182144" y="0"/>
                    <a:pt x="2192553" y="10409"/>
                    <a:pt x="2192553" y="23249"/>
                  </a:cubicBezTo>
                  <a:lnTo>
                    <a:pt x="2192553" y="1863249"/>
                  </a:lnTo>
                  <a:cubicBezTo>
                    <a:pt x="2192553" y="1876090"/>
                    <a:pt x="2182144" y="1886499"/>
                    <a:pt x="2169304" y="1886499"/>
                  </a:cubicBezTo>
                  <a:lnTo>
                    <a:pt x="23249" y="1886499"/>
                  </a:lnTo>
                  <a:cubicBezTo>
                    <a:pt x="10409" y="1886499"/>
                    <a:pt x="0" y="1876090"/>
                    <a:pt x="0" y="1863249"/>
                  </a:cubicBezTo>
                  <a:lnTo>
                    <a:pt x="0" y="23249"/>
                  </a:lnTo>
                  <a:cubicBezTo>
                    <a:pt x="0" y="10409"/>
                    <a:pt x="10409" y="0"/>
                    <a:pt x="2324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2553" cy="1896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273882" y="5452892"/>
            <a:ext cx="4874066" cy="3669663"/>
          </a:xfrm>
          <a:custGeom>
            <a:avLst/>
            <a:gdLst/>
            <a:ahLst/>
            <a:cxnLst/>
            <a:rect r="r" b="b" t="t" l="l"/>
            <a:pathLst>
              <a:path h="3669663" w="4874066">
                <a:moveTo>
                  <a:pt x="0" y="0"/>
                </a:moveTo>
                <a:lnTo>
                  <a:pt x="4874066" y="0"/>
                </a:lnTo>
                <a:lnTo>
                  <a:pt x="4874066" y="3669664"/>
                </a:lnTo>
                <a:lnTo>
                  <a:pt x="0" y="36696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405840" y="5636109"/>
            <a:ext cx="6105970" cy="3303230"/>
          </a:xfrm>
          <a:custGeom>
            <a:avLst/>
            <a:gdLst/>
            <a:ahLst/>
            <a:cxnLst/>
            <a:rect r="r" b="b" t="t" l="l"/>
            <a:pathLst>
              <a:path h="3303230" w="6105970">
                <a:moveTo>
                  <a:pt x="0" y="0"/>
                </a:moveTo>
                <a:lnTo>
                  <a:pt x="6105970" y="0"/>
                </a:lnTo>
                <a:lnTo>
                  <a:pt x="6105970" y="3303230"/>
                </a:lnTo>
                <a:lnTo>
                  <a:pt x="0" y="33032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66750" y="742950"/>
            <a:ext cx="169545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4D3F24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Salat Duha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978376" y="2790575"/>
            <a:ext cx="5533434" cy="2334619"/>
            <a:chOff x="0" y="0"/>
            <a:chExt cx="7377912" cy="3112825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57150"/>
              <a:ext cx="7377912" cy="1181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484"/>
                </a:lnSpc>
              </a:pPr>
              <a:r>
                <a:rPr lang="en-US" b="true" sz="6093" spc="-60">
                  <a:solidFill>
                    <a:srgbClr val="4D3F24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Keutamaan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323579"/>
              <a:ext cx="7377912" cy="17892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54"/>
                </a:lnSpc>
                <a:spcBef>
                  <a:spcPct val="0"/>
                </a:spcBef>
              </a:pPr>
              <a:r>
                <a:rPr lang="en-US" sz="2539" strike="noStrike" u="none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Salat Duha memberikan </a:t>
              </a:r>
              <a:r>
                <a:rPr lang="en-US" b="true" sz="2539" strike="noStrike" u="none">
                  <a:solidFill>
                    <a:srgbClr val="4D3F24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berkah dan mendatangkan rezeki</a:t>
              </a:r>
              <a:r>
                <a:rPr lang="en-US" sz="2539" strike="noStrike" u="none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bagi yang melaksanakannya.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802307" y="2897102"/>
            <a:ext cx="5817218" cy="1986532"/>
            <a:chOff x="0" y="0"/>
            <a:chExt cx="7756290" cy="264871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66675"/>
              <a:ext cx="7756290" cy="1235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765"/>
                </a:lnSpc>
              </a:pPr>
              <a:r>
                <a:rPr lang="en-US" b="true" sz="6406" spc="-64">
                  <a:solidFill>
                    <a:srgbClr val="4D3F24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Waktu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386819"/>
              <a:ext cx="7756290" cy="12618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36"/>
                </a:lnSpc>
                <a:spcBef>
                  <a:spcPct val="0"/>
                </a:spcBef>
              </a:pPr>
              <a:r>
                <a:rPr lang="en-US" sz="2669" strike="noStrike" u="none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Salat Duha dilaksanakan antara </a:t>
              </a:r>
              <a:r>
                <a:rPr lang="en-US" b="true" sz="2669" strike="noStrike" u="none">
                  <a:solidFill>
                    <a:srgbClr val="4D3F24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matahari terbit hingga sebelum dzuhur</a:t>
              </a:r>
              <a:r>
                <a:rPr lang="en-US" sz="2669" strike="noStrike" u="none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4010025" cy="6267450"/>
            <a:chOff x="0" y="0"/>
            <a:chExt cx="1056138" cy="1650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81575" y="3352800"/>
            <a:ext cx="4010025" cy="6267450"/>
            <a:chOff x="0" y="0"/>
            <a:chExt cx="1056138" cy="1650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3352800"/>
            <a:ext cx="4010025" cy="6267450"/>
            <a:chOff x="0" y="0"/>
            <a:chExt cx="1056138" cy="16506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11225" y="3352800"/>
            <a:ext cx="4010025" cy="6267450"/>
            <a:chOff x="0" y="0"/>
            <a:chExt cx="1056138" cy="16506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742950"/>
            <a:ext cx="169545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4D3F24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Tata Cara Salat Duha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69769" y="6019800"/>
            <a:ext cx="3603986" cy="1879600"/>
            <a:chOff x="0" y="0"/>
            <a:chExt cx="4805315" cy="250613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38100"/>
              <a:ext cx="4805315" cy="1181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400"/>
                </a:lnSpc>
              </a:pPr>
              <a:r>
                <a:rPr lang="en-US" b="true" sz="6000" spc="-60">
                  <a:solidFill>
                    <a:srgbClr val="4D3F24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Niat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81588" y="1327150"/>
              <a:ext cx="4042139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Mengucapkan niat dengan tulus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470786" y="6019800"/>
            <a:ext cx="3031604" cy="1879600"/>
            <a:chOff x="0" y="0"/>
            <a:chExt cx="4042139" cy="2506133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38100"/>
              <a:ext cx="4042139" cy="1181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400"/>
                </a:lnSpc>
              </a:pPr>
              <a:r>
                <a:rPr lang="en-US" b="true" sz="6000" spc="-60">
                  <a:solidFill>
                    <a:srgbClr val="4D3F24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Rakaat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1327150"/>
              <a:ext cx="4042139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Dua hingga delapan rakaat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85611" y="6019800"/>
            <a:ext cx="3031604" cy="1879600"/>
            <a:chOff x="0" y="0"/>
            <a:chExt cx="4042139" cy="2506133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38100"/>
              <a:ext cx="4042139" cy="1181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400"/>
                </a:lnSpc>
              </a:pPr>
              <a:r>
                <a:rPr lang="en-US" b="true" sz="6000" spc="-60">
                  <a:solidFill>
                    <a:srgbClr val="4D3F24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Bacaan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327150"/>
              <a:ext cx="4042139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Membaca surat setelah Al-Fatihah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103701" y="6019800"/>
            <a:ext cx="3025073" cy="1879600"/>
            <a:chOff x="0" y="0"/>
            <a:chExt cx="4033431" cy="2506133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38100"/>
              <a:ext cx="4033431" cy="1181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400"/>
                </a:lnSpc>
              </a:pPr>
              <a:r>
                <a:rPr lang="en-US" b="true" sz="6000" spc="-60">
                  <a:solidFill>
                    <a:srgbClr val="4D3F24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Salam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1327150"/>
              <a:ext cx="4033431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Mengucapkan salam untuk menutup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720109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034934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349759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664584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2457450"/>
            <a:ext cx="8324850" cy="7162800"/>
            <a:chOff x="0" y="0"/>
            <a:chExt cx="2192553" cy="18864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2553" cy="1886499"/>
            </a:xfrm>
            <a:custGeom>
              <a:avLst/>
              <a:gdLst/>
              <a:ahLst/>
              <a:cxnLst/>
              <a:rect r="r" b="b" t="t" l="l"/>
              <a:pathLst>
                <a:path h="1886499" w="2192553">
                  <a:moveTo>
                    <a:pt x="23249" y="0"/>
                  </a:moveTo>
                  <a:lnTo>
                    <a:pt x="2169304" y="0"/>
                  </a:lnTo>
                  <a:cubicBezTo>
                    <a:pt x="2182144" y="0"/>
                    <a:pt x="2192553" y="10409"/>
                    <a:pt x="2192553" y="23249"/>
                  </a:cubicBezTo>
                  <a:lnTo>
                    <a:pt x="2192553" y="1863249"/>
                  </a:lnTo>
                  <a:cubicBezTo>
                    <a:pt x="2192553" y="1876090"/>
                    <a:pt x="2182144" y="1886499"/>
                    <a:pt x="2169304" y="1886499"/>
                  </a:cubicBezTo>
                  <a:lnTo>
                    <a:pt x="23249" y="1886499"/>
                  </a:lnTo>
                  <a:cubicBezTo>
                    <a:pt x="10409" y="1886499"/>
                    <a:pt x="0" y="1876090"/>
                    <a:pt x="0" y="1863249"/>
                  </a:cubicBezTo>
                  <a:lnTo>
                    <a:pt x="0" y="23249"/>
                  </a:lnTo>
                  <a:cubicBezTo>
                    <a:pt x="0" y="10409"/>
                    <a:pt x="10409" y="0"/>
                    <a:pt x="2324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2553" cy="1896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2457450"/>
            <a:ext cx="8324850" cy="7162800"/>
            <a:chOff x="0" y="0"/>
            <a:chExt cx="2192553" cy="18864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2553" cy="1886499"/>
            </a:xfrm>
            <a:custGeom>
              <a:avLst/>
              <a:gdLst/>
              <a:ahLst/>
              <a:cxnLst/>
              <a:rect r="r" b="b" t="t" l="l"/>
              <a:pathLst>
                <a:path h="1886499" w="2192553">
                  <a:moveTo>
                    <a:pt x="23249" y="0"/>
                  </a:moveTo>
                  <a:lnTo>
                    <a:pt x="2169304" y="0"/>
                  </a:lnTo>
                  <a:cubicBezTo>
                    <a:pt x="2182144" y="0"/>
                    <a:pt x="2192553" y="10409"/>
                    <a:pt x="2192553" y="23249"/>
                  </a:cubicBezTo>
                  <a:lnTo>
                    <a:pt x="2192553" y="1863249"/>
                  </a:lnTo>
                  <a:cubicBezTo>
                    <a:pt x="2192553" y="1876090"/>
                    <a:pt x="2182144" y="1886499"/>
                    <a:pt x="2169304" y="1886499"/>
                  </a:cubicBezTo>
                  <a:lnTo>
                    <a:pt x="23249" y="1886499"/>
                  </a:lnTo>
                  <a:cubicBezTo>
                    <a:pt x="10409" y="1886499"/>
                    <a:pt x="0" y="1876090"/>
                    <a:pt x="0" y="1863249"/>
                  </a:cubicBezTo>
                  <a:lnTo>
                    <a:pt x="0" y="23249"/>
                  </a:lnTo>
                  <a:cubicBezTo>
                    <a:pt x="0" y="10409"/>
                    <a:pt x="10409" y="0"/>
                    <a:pt x="2324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2553" cy="1896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572925" y="5409077"/>
            <a:ext cx="3993015" cy="3620623"/>
          </a:xfrm>
          <a:custGeom>
            <a:avLst/>
            <a:gdLst/>
            <a:ahLst/>
            <a:cxnLst/>
            <a:rect r="r" b="b" t="t" l="l"/>
            <a:pathLst>
              <a:path h="3620623" w="3993015">
                <a:moveTo>
                  <a:pt x="0" y="0"/>
                </a:moveTo>
                <a:lnTo>
                  <a:pt x="3993015" y="0"/>
                </a:lnTo>
                <a:lnTo>
                  <a:pt x="3993015" y="3620623"/>
                </a:lnTo>
                <a:lnTo>
                  <a:pt x="0" y="36206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0285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727863" y="5543092"/>
            <a:ext cx="5919125" cy="3486608"/>
          </a:xfrm>
          <a:custGeom>
            <a:avLst/>
            <a:gdLst/>
            <a:ahLst/>
            <a:cxnLst/>
            <a:rect r="r" b="b" t="t" l="l"/>
            <a:pathLst>
              <a:path h="3486608" w="5919125">
                <a:moveTo>
                  <a:pt x="0" y="0"/>
                </a:moveTo>
                <a:lnTo>
                  <a:pt x="5919124" y="0"/>
                </a:lnTo>
                <a:lnTo>
                  <a:pt x="5919124" y="3486608"/>
                </a:lnTo>
                <a:lnTo>
                  <a:pt x="0" y="3486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66750" y="742950"/>
            <a:ext cx="169545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4D3F24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Salat Tahajud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963275" y="2940673"/>
            <a:ext cx="5448300" cy="2298700"/>
            <a:chOff x="0" y="0"/>
            <a:chExt cx="7264400" cy="306493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38100"/>
              <a:ext cx="7264400" cy="1181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400"/>
                </a:lnSpc>
              </a:pPr>
              <a:r>
                <a:rPr lang="en-US" b="true" sz="6000" spc="-60">
                  <a:solidFill>
                    <a:srgbClr val="4D3F24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Keutamaan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301750"/>
              <a:ext cx="7264400" cy="17631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Salat Tahajud memiliki banyak manfaat, termasuk mendekatkan diri kepada Allah SWT.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44250" y="3036546"/>
            <a:ext cx="6169850" cy="2106954"/>
            <a:chOff x="0" y="0"/>
            <a:chExt cx="8226467" cy="2809271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47625"/>
              <a:ext cx="8226467" cy="13330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115"/>
                </a:lnSpc>
              </a:pPr>
              <a:r>
                <a:rPr lang="en-US" b="true" sz="6794" spc="-67">
                  <a:solidFill>
                    <a:srgbClr val="4D3F24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Waktu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477238"/>
              <a:ext cx="8226467" cy="1332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63"/>
                </a:lnSpc>
                <a:spcBef>
                  <a:spcPct val="0"/>
                </a:spcBef>
              </a:pPr>
              <a:r>
                <a:rPr lang="en-US" sz="2831" strike="noStrike" u="none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Salat Tahajud dilaksanakan di malam hari setelah tidur, sebelum subuh tiba.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4010025" cy="6267450"/>
            <a:chOff x="0" y="0"/>
            <a:chExt cx="1056138" cy="1650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81575" y="3352800"/>
            <a:ext cx="4010025" cy="6267450"/>
            <a:chOff x="0" y="0"/>
            <a:chExt cx="1056138" cy="1650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3352800"/>
            <a:ext cx="4010025" cy="6267450"/>
            <a:chOff x="0" y="0"/>
            <a:chExt cx="1056138" cy="16506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11225" y="3352800"/>
            <a:ext cx="4010025" cy="6267450"/>
            <a:chOff x="0" y="0"/>
            <a:chExt cx="1056138" cy="16506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742950"/>
            <a:ext cx="169545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4D3F24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Tata Cara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69769" y="6019800"/>
            <a:ext cx="3603986" cy="1879600"/>
            <a:chOff x="0" y="0"/>
            <a:chExt cx="4805315" cy="250613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38100"/>
              <a:ext cx="4805315" cy="1181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400"/>
                </a:lnSpc>
              </a:pPr>
              <a:r>
                <a:rPr lang="en-US" b="true" sz="6000" spc="-60">
                  <a:solidFill>
                    <a:srgbClr val="4D3F24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Niat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81588" y="1327150"/>
              <a:ext cx="4042139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Mengucapkan niat sebelum salat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470786" y="6019800"/>
            <a:ext cx="3031604" cy="1879600"/>
            <a:chOff x="0" y="0"/>
            <a:chExt cx="4042139" cy="2506133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38100"/>
              <a:ext cx="4042139" cy="1181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400"/>
                </a:lnSpc>
              </a:pPr>
              <a:r>
                <a:rPr lang="en-US" b="true" sz="6000" spc="-60">
                  <a:solidFill>
                    <a:srgbClr val="4D3F24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Rakaat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1327150"/>
              <a:ext cx="4042139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Salat tahajud biasanya dua rakaat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85611" y="6019800"/>
            <a:ext cx="3031604" cy="1879600"/>
            <a:chOff x="0" y="0"/>
            <a:chExt cx="4042139" cy="2506133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38100"/>
              <a:ext cx="4042139" cy="1181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400"/>
                </a:lnSpc>
              </a:pPr>
              <a:r>
                <a:rPr lang="en-US" b="true" sz="6000" spc="-60">
                  <a:solidFill>
                    <a:srgbClr val="4D3F24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Bacaan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327150"/>
              <a:ext cx="4042139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Membaca Al-Fatihah dan surat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103701" y="6019800"/>
            <a:ext cx="3025073" cy="1879600"/>
            <a:chOff x="0" y="0"/>
            <a:chExt cx="4033431" cy="2506133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38100"/>
              <a:ext cx="4033431" cy="1181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400"/>
                </a:lnSpc>
              </a:pPr>
              <a:r>
                <a:rPr lang="en-US" b="true" sz="6000" spc="-60">
                  <a:solidFill>
                    <a:srgbClr val="4D3F24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Salam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1327150"/>
              <a:ext cx="4033431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Mengakhiri salat dengan salam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720109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034934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349759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664584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6425" y="3393235"/>
            <a:ext cx="1884131" cy="890680"/>
          </a:xfrm>
          <a:custGeom>
            <a:avLst/>
            <a:gdLst/>
            <a:ahLst/>
            <a:cxnLst/>
            <a:rect r="r" b="b" t="t" l="l"/>
            <a:pathLst>
              <a:path h="890680" w="1884131">
                <a:moveTo>
                  <a:pt x="0" y="0"/>
                </a:moveTo>
                <a:lnTo>
                  <a:pt x="1884131" y="0"/>
                </a:lnTo>
                <a:lnTo>
                  <a:pt x="1884131" y="890680"/>
                </a:lnTo>
                <a:lnTo>
                  <a:pt x="0" y="890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30125" y="3393235"/>
            <a:ext cx="1884131" cy="890680"/>
          </a:xfrm>
          <a:custGeom>
            <a:avLst/>
            <a:gdLst/>
            <a:ahLst/>
            <a:cxnLst/>
            <a:rect r="r" b="b" t="t" l="l"/>
            <a:pathLst>
              <a:path h="890680" w="1884131">
                <a:moveTo>
                  <a:pt x="0" y="0"/>
                </a:moveTo>
                <a:lnTo>
                  <a:pt x="1884131" y="0"/>
                </a:lnTo>
                <a:lnTo>
                  <a:pt x="1884131" y="890680"/>
                </a:lnTo>
                <a:lnTo>
                  <a:pt x="0" y="890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666750" y="742950"/>
            <a:ext cx="112014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</a:pPr>
            <a:r>
              <a:rPr lang="en-US" b="true" sz="9000" spc="-89">
                <a:solidFill>
                  <a:srgbClr val="4D3F24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Kesimpulan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76375" y="5638800"/>
            <a:ext cx="5448300" cy="2218691"/>
            <a:chOff x="0" y="0"/>
            <a:chExt cx="7264400" cy="295825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38100"/>
              <a:ext cx="7264400" cy="1181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400"/>
                </a:lnSpc>
              </a:pPr>
              <a:r>
                <a:rPr lang="en-US" b="true" sz="6000" spc="-60">
                  <a:solidFill>
                    <a:srgbClr val="4D3F24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Salat Jumat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339850"/>
              <a:ext cx="7264400" cy="1618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34055" indent="-367027" lvl="1">
                <a:lnSpc>
                  <a:spcPts val="4759"/>
                </a:lnSpc>
                <a:buFont typeface="Arial"/>
                <a:buChar char="•"/>
              </a:pPr>
              <a:r>
                <a:rPr lang="en-US" sz="3399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Keutamaan besar</a:t>
              </a:r>
            </a:p>
            <a:p>
              <a:pPr algn="l" marL="734055" indent="-367027" lvl="1">
                <a:lnSpc>
                  <a:spcPts val="4759"/>
                </a:lnSpc>
                <a:buFont typeface="Arial"/>
                <a:buChar char="•"/>
              </a:pPr>
              <a:r>
                <a:rPr lang="en-US" sz="3399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Wajib bagi laki-laki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58650" y="4953000"/>
            <a:ext cx="5448300" cy="3260090"/>
            <a:chOff x="0" y="0"/>
            <a:chExt cx="7264400" cy="434678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38100"/>
              <a:ext cx="7264400" cy="20955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400"/>
                </a:lnSpc>
              </a:pPr>
              <a:r>
                <a:rPr lang="en-US" b="true" sz="6000" spc="-60">
                  <a:solidFill>
                    <a:srgbClr val="4D3F24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Salat Duha &amp; Tahajud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273300"/>
              <a:ext cx="7264400" cy="2073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26107" indent="-313054" lvl="1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Dapat mendekatkan diri</a:t>
              </a:r>
            </a:p>
            <a:p>
              <a:pPr algn="l" marL="626107" indent="-313054" lvl="1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4D3F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Memperoleh pahala tambahan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76146" y="99983"/>
            <a:ext cx="3876733" cy="3876733"/>
          </a:xfrm>
          <a:custGeom>
            <a:avLst/>
            <a:gdLst/>
            <a:ahLst/>
            <a:cxnLst/>
            <a:rect r="r" b="b" t="t" l="l"/>
            <a:pathLst>
              <a:path h="3876733" w="3876733">
                <a:moveTo>
                  <a:pt x="0" y="0"/>
                </a:moveTo>
                <a:lnTo>
                  <a:pt x="3876733" y="0"/>
                </a:lnTo>
                <a:lnTo>
                  <a:pt x="3876733" y="3876734"/>
                </a:lnTo>
                <a:lnTo>
                  <a:pt x="0" y="38767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53330" y="4686012"/>
            <a:ext cx="6105970" cy="3303230"/>
          </a:xfrm>
          <a:custGeom>
            <a:avLst/>
            <a:gdLst/>
            <a:ahLst/>
            <a:cxnLst/>
            <a:rect r="r" b="b" t="t" l="l"/>
            <a:pathLst>
              <a:path h="3303230" w="6105970">
                <a:moveTo>
                  <a:pt x="0" y="0"/>
                </a:moveTo>
                <a:lnTo>
                  <a:pt x="6105970" y="0"/>
                </a:lnTo>
                <a:lnTo>
                  <a:pt x="6105970" y="3303230"/>
                </a:lnTo>
                <a:lnTo>
                  <a:pt x="0" y="33032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67188" y="5959644"/>
            <a:ext cx="4417916" cy="4059196"/>
          </a:xfrm>
          <a:custGeom>
            <a:avLst/>
            <a:gdLst/>
            <a:ahLst/>
            <a:cxnLst/>
            <a:rect r="r" b="b" t="t" l="l"/>
            <a:pathLst>
              <a:path h="4059196" w="4417916">
                <a:moveTo>
                  <a:pt x="0" y="0"/>
                </a:moveTo>
                <a:lnTo>
                  <a:pt x="4417916" y="0"/>
                </a:lnTo>
                <a:lnTo>
                  <a:pt x="4417916" y="4059196"/>
                </a:lnTo>
                <a:lnTo>
                  <a:pt x="0" y="40591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95275" y="2252692"/>
            <a:ext cx="6886575" cy="471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</a:pPr>
            <a:r>
              <a:rPr lang="en-US" sz="3599" strike="noStrike" u="none">
                <a:solidFill>
                  <a:srgbClr val="4D3F24"/>
                </a:solidFill>
                <a:latin typeface="Nyutro Sans"/>
                <a:ea typeface="Nyutro Sans"/>
                <a:cs typeface="Nyutro Sans"/>
                <a:sym typeface="Nyutro Sans"/>
              </a:rPr>
              <a:t>Mari kita </a:t>
            </a:r>
            <a:r>
              <a:rPr lang="en-US" b="true" sz="3599" strike="noStrike" u="none">
                <a:solidFill>
                  <a:srgbClr val="4D3F24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rutin melaksanakan</a:t>
            </a:r>
            <a:r>
              <a:rPr lang="en-US" sz="3599" strike="noStrike" u="none">
                <a:solidFill>
                  <a:srgbClr val="4D3F24"/>
                </a:solidFill>
                <a:latin typeface="Nyutro Sans"/>
                <a:ea typeface="Nyutro Sans"/>
                <a:cs typeface="Nyutro Sans"/>
                <a:sym typeface="Nyutro Sans"/>
              </a:rPr>
              <a:t> salat sesuai kemampuan!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 strike="noStrike" u="none">
                <a:solidFill>
                  <a:srgbClr val="4D3F24"/>
                </a:solidFill>
                <a:latin typeface="Nyutro Sans"/>
                <a:ea typeface="Nyutro Sans"/>
                <a:cs typeface="Nyutro Sans"/>
                <a:sym typeface="Nyutro Sans"/>
              </a:rPr>
              <a:t>Salat Jumat, Duha, dan Tahajud sangat penting.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 strike="noStrike" u="none">
                <a:solidFill>
                  <a:srgbClr val="4D3F24"/>
                </a:solidFill>
                <a:latin typeface="Nyutro Sans"/>
                <a:ea typeface="Nyutro Sans"/>
                <a:cs typeface="Nyutro Sans"/>
                <a:sym typeface="Nyutro Sans"/>
              </a:rPr>
              <a:t>Ajak teman-teman untuk beribadah bersama.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 strike="noStrike" u="none">
                <a:solidFill>
                  <a:srgbClr val="4D3F24"/>
                </a:solidFill>
                <a:latin typeface="Nyutro Sans"/>
                <a:ea typeface="Nyutro Sans"/>
                <a:cs typeface="Nyutro Sans"/>
                <a:sym typeface="Nyutro Sans"/>
              </a:rPr>
              <a:t>Tetap semangat dan saling mendukung!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742950"/>
            <a:ext cx="6886575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4D3F24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Berlatih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Presentasi - Mengenal Salat Jumat, Duha, dan Tahajud</dc:description>
  <dc:identifier>DAG6uTwIAeo</dc:identifier>
  <dcterms:modified xsi:type="dcterms:W3CDTF">2011-08-01T06:04:30Z</dcterms:modified>
  <cp:revision>1</cp:revision>
  <dc:title>Presentasi - Mengenal Salat Jumat, Duha, dan Tahajud</dc:title>
</cp:coreProperties>
</file>