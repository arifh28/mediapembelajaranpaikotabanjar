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oper BT Light" charset="1" panose="0208050304030B020404"/>
      <p:regular r:id="rId17"/>
    </p:embeddedFont>
    <p:embeddedFont>
      <p:font typeface="Open Sans Bold" charset="1" panose="020B0806030504020204"/>
      <p:regular r:id="rId18"/>
    </p:embeddedFont>
    <p:embeddedFont>
      <p:font typeface="Cooper BT Medium" charset="1" panose="0208060305030B0204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9A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0" y="2838450"/>
            <a:ext cx="7581900" cy="376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00"/>
              </a:lnSpc>
            </a:pPr>
            <a:r>
              <a:rPr lang="en-US" sz="9700" spc="-194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Senangnya Membaca Surah Al-Alaq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775374" cy="10287000"/>
            <a:chOff x="0" y="0"/>
            <a:chExt cx="204783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783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47835">
                  <a:moveTo>
                    <a:pt x="0" y="0"/>
                  </a:moveTo>
                  <a:lnTo>
                    <a:pt x="2047835" y="0"/>
                  </a:lnTo>
                  <a:lnTo>
                    <a:pt x="20478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6C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47835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9636" y="2982293"/>
            <a:ext cx="5535238" cy="6276007"/>
            <a:chOff x="0" y="0"/>
            <a:chExt cx="932022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2022" cy="1056752"/>
            </a:xfrm>
            <a:custGeom>
              <a:avLst/>
              <a:gdLst/>
              <a:ahLst/>
              <a:cxnLst/>
              <a:rect r="r" b="b" t="t" l="l"/>
              <a:pathLst>
                <a:path h="1056752" w="932022">
                  <a:moveTo>
                    <a:pt x="55946" y="0"/>
                  </a:moveTo>
                  <a:lnTo>
                    <a:pt x="876075" y="0"/>
                  </a:lnTo>
                  <a:cubicBezTo>
                    <a:pt x="906974" y="0"/>
                    <a:pt x="932022" y="25048"/>
                    <a:pt x="932022" y="55946"/>
                  </a:cubicBezTo>
                  <a:lnTo>
                    <a:pt x="932022" y="1000806"/>
                  </a:lnTo>
                  <a:cubicBezTo>
                    <a:pt x="932022" y="1031704"/>
                    <a:pt x="906974" y="1056752"/>
                    <a:pt x="876075" y="1056752"/>
                  </a:cubicBezTo>
                  <a:lnTo>
                    <a:pt x="55946" y="1056752"/>
                  </a:lnTo>
                  <a:cubicBezTo>
                    <a:pt x="25048" y="1056752"/>
                    <a:pt x="0" y="1031704"/>
                    <a:pt x="0" y="1000806"/>
                  </a:cubicBezTo>
                  <a:lnTo>
                    <a:pt x="0" y="55946"/>
                  </a:lnTo>
                  <a:cubicBezTo>
                    <a:pt x="0" y="25048"/>
                    <a:pt x="25048" y="0"/>
                    <a:pt x="55946" y="0"/>
                  </a:cubicBezTo>
                  <a:close/>
                </a:path>
              </a:pathLst>
            </a:custGeom>
            <a:blipFill>
              <a:blip r:embed="rId2"/>
              <a:stretch>
                <a:fillRect l="-6691" t="0" r="-6691" b="0"/>
              </a:stretch>
            </a:blipFill>
          </p:spPr>
        </p:sp>
      </p:grpSp>
      <p:sp>
        <p:nvSpPr>
          <p:cNvPr name="Freeform 7" id="7" descr="Yang mana ya?????"/>
          <p:cNvSpPr/>
          <p:nvPr/>
        </p:nvSpPr>
        <p:spPr>
          <a:xfrm flipH="false" flipV="false" rot="0">
            <a:off x="134317" y="437018"/>
            <a:ext cx="7641057" cy="1852956"/>
          </a:xfrm>
          <a:custGeom>
            <a:avLst/>
            <a:gdLst/>
            <a:ahLst/>
            <a:cxnLst/>
            <a:rect r="r" b="b" t="t" l="l"/>
            <a:pathLst>
              <a:path h="1852956" w="7641057">
                <a:moveTo>
                  <a:pt x="0" y="0"/>
                </a:moveTo>
                <a:lnTo>
                  <a:pt x="7641057" y="0"/>
                </a:lnTo>
                <a:lnTo>
                  <a:pt x="7641057" y="1852956"/>
                </a:lnTo>
                <a:lnTo>
                  <a:pt x="0" y="1852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75575" y="1412282"/>
            <a:ext cx="6972790" cy="1723421"/>
          </a:xfrm>
          <a:custGeom>
            <a:avLst/>
            <a:gdLst/>
            <a:ahLst/>
            <a:cxnLst/>
            <a:rect r="r" b="b" t="t" l="l"/>
            <a:pathLst>
              <a:path h="1723421" w="6972790">
                <a:moveTo>
                  <a:pt x="0" y="0"/>
                </a:moveTo>
                <a:lnTo>
                  <a:pt x="6972791" y="0"/>
                </a:lnTo>
                <a:lnTo>
                  <a:pt x="6972791" y="1723421"/>
                </a:lnTo>
                <a:lnTo>
                  <a:pt x="0" y="172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80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55723" y="3733533"/>
            <a:ext cx="5758254" cy="1788934"/>
          </a:xfrm>
          <a:custGeom>
            <a:avLst/>
            <a:gdLst/>
            <a:ahLst/>
            <a:cxnLst/>
            <a:rect r="r" b="b" t="t" l="l"/>
            <a:pathLst>
              <a:path h="1788934" w="5758254">
                <a:moveTo>
                  <a:pt x="0" y="0"/>
                </a:moveTo>
                <a:lnTo>
                  <a:pt x="5758254" y="0"/>
                </a:lnTo>
                <a:lnTo>
                  <a:pt x="5758254" y="1788934"/>
                </a:lnTo>
                <a:lnTo>
                  <a:pt x="0" y="1788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99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5575" y="6120296"/>
            <a:ext cx="6708737" cy="1681563"/>
          </a:xfrm>
          <a:custGeom>
            <a:avLst/>
            <a:gdLst/>
            <a:ahLst/>
            <a:cxnLst/>
            <a:rect r="r" b="b" t="t" l="l"/>
            <a:pathLst>
              <a:path h="1681563" w="6708737">
                <a:moveTo>
                  <a:pt x="0" y="0"/>
                </a:moveTo>
                <a:lnTo>
                  <a:pt x="6708738" y="0"/>
                </a:lnTo>
                <a:lnTo>
                  <a:pt x="6708738" y="1681564"/>
                </a:lnTo>
                <a:lnTo>
                  <a:pt x="0" y="1681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99945" y="8211593"/>
            <a:ext cx="7914031" cy="1731468"/>
          </a:xfrm>
          <a:custGeom>
            <a:avLst/>
            <a:gdLst/>
            <a:ahLst/>
            <a:cxnLst/>
            <a:rect r="r" b="b" t="t" l="l"/>
            <a:pathLst>
              <a:path h="1731468" w="7914031">
                <a:moveTo>
                  <a:pt x="0" y="0"/>
                </a:moveTo>
                <a:lnTo>
                  <a:pt x="7914032" y="0"/>
                </a:lnTo>
                <a:lnTo>
                  <a:pt x="7914032" y="1731468"/>
                </a:lnTo>
                <a:lnTo>
                  <a:pt x="0" y="1731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2244" r="0" b="-896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9273" y="729994"/>
            <a:ext cx="5889153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 ya yang termasuk surah al-Alaq????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9528"/>
            <a:ext cx="8115300" cy="97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56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AYO COBA TEBAK!!!!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09625"/>
            <a:ext cx="16952821" cy="103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6"/>
              </a:lnSpc>
              <a:spcBef>
                <a:spcPct val="0"/>
              </a:spcBef>
            </a:pPr>
            <a:r>
              <a:rPr lang="en-US" sz="7756" spc="-155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MATERI BELAJAR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98423"/>
            <a:ext cx="4598428" cy="294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3"/>
              </a:lnSpc>
            </a:pPr>
            <a:r>
              <a:rPr lang="en-US" sz="7603" spc="-152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QS. </a:t>
            </a:r>
          </a:p>
          <a:p>
            <a:pPr algn="ctr">
              <a:lnSpc>
                <a:spcPts val="7603"/>
              </a:lnSpc>
            </a:pPr>
            <a:r>
              <a:rPr lang="en-US" sz="7603" spc="-152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AL-ALAQ</a:t>
            </a:r>
          </a:p>
          <a:p>
            <a:pPr algn="ctr" marL="0" indent="0" lvl="0">
              <a:lnSpc>
                <a:spcPts val="7603"/>
              </a:lnSpc>
              <a:spcBef>
                <a:spcPct val="0"/>
              </a:spcBef>
            </a:pPr>
            <a:r>
              <a:rPr lang="en-US" sz="7603" spc="-152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1-5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2913" y="5413742"/>
            <a:ext cx="4742173" cy="250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spc="-12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HUKUM</a:t>
            </a:r>
          </a:p>
          <a:p>
            <a:pPr algn="ctr" marL="0" indent="0" lvl="0">
              <a:lnSpc>
                <a:spcPts val="6499"/>
              </a:lnSpc>
              <a:spcBef>
                <a:spcPct val="0"/>
              </a:spcBef>
            </a:pPr>
            <a:r>
              <a:rPr lang="en-US" sz="6499" spc="-12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BACAAN QOLQOLAH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3025" y="5179373"/>
            <a:ext cx="4248150" cy="344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sz="6700" spc="-134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PESAN POKOK</a:t>
            </a:r>
          </a:p>
          <a:p>
            <a:pPr algn="ctr">
              <a:lnSpc>
                <a:spcPts val="6700"/>
              </a:lnSpc>
            </a:pPr>
            <a:r>
              <a:rPr lang="en-US" sz="6700" spc="-134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SURAH</a:t>
            </a:r>
          </a:p>
          <a:p>
            <a:pPr algn="ctr" marL="0" indent="0" lvl="0">
              <a:lnSpc>
                <a:spcPts val="6700"/>
              </a:lnSpc>
              <a:spcBef>
                <a:spcPct val="0"/>
              </a:spcBef>
            </a:pPr>
            <a:r>
              <a:rPr lang="en-US" sz="6700" spc="-134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AL-ALAQ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295" y="336139"/>
            <a:ext cx="3177940" cy="2877294"/>
            <a:chOff x="0" y="0"/>
            <a:chExt cx="1167172" cy="1056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7172" cy="1056752"/>
            </a:xfrm>
            <a:custGeom>
              <a:avLst/>
              <a:gdLst/>
              <a:ahLst/>
              <a:cxnLst/>
              <a:rect r="r" b="b" t="t" l="l"/>
              <a:pathLst>
                <a:path h="1056752" w="1167172">
                  <a:moveTo>
                    <a:pt x="97446" y="0"/>
                  </a:moveTo>
                  <a:lnTo>
                    <a:pt x="1069726" y="0"/>
                  </a:lnTo>
                  <a:cubicBezTo>
                    <a:pt x="1123544" y="0"/>
                    <a:pt x="1167172" y="43628"/>
                    <a:pt x="1167172" y="97446"/>
                  </a:cubicBezTo>
                  <a:lnTo>
                    <a:pt x="1167172" y="959307"/>
                  </a:lnTo>
                  <a:cubicBezTo>
                    <a:pt x="1167172" y="985151"/>
                    <a:pt x="1156905" y="1009937"/>
                    <a:pt x="1138631" y="1028211"/>
                  </a:cubicBezTo>
                  <a:cubicBezTo>
                    <a:pt x="1120356" y="1046486"/>
                    <a:pt x="1095570" y="1056752"/>
                    <a:pt x="1069726" y="1056752"/>
                  </a:cubicBezTo>
                  <a:lnTo>
                    <a:pt x="97446" y="1056752"/>
                  </a:lnTo>
                  <a:cubicBezTo>
                    <a:pt x="71602" y="1056752"/>
                    <a:pt x="46816" y="1046486"/>
                    <a:pt x="28541" y="1028211"/>
                  </a:cubicBezTo>
                  <a:cubicBezTo>
                    <a:pt x="10267" y="1009937"/>
                    <a:pt x="0" y="985151"/>
                    <a:pt x="0" y="959307"/>
                  </a:cubicBezTo>
                  <a:lnTo>
                    <a:pt x="0" y="97446"/>
                  </a:lnTo>
                  <a:cubicBezTo>
                    <a:pt x="0" y="71602"/>
                    <a:pt x="10267" y="46816"/>
                    <a:pt x="28541" y="28541"/>
                  </a:cubicBezTo>
                  <a:cubicBezTo>
                    <a:pt x="46816" y="10267"/>
                    <a:pt x="71602" y="0"/>
                    <a:pt x="97446" y="0"/>
                  </a:cubicBezTo>
                  <a:close/>
                </a:path>
              </a:pathLst>
            </a:custGeom>
            <a:blipFill>
              <a:blip r:embed="rId2"/>
              <a:stretch>
                <a:fillRect l="-6026" t="0" r="-602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84708" y="3503036"/>
            <a:ext cx="15930270" cy="6363431"/>
          </a:xfrm>
          <a:custGeom>
            <a:avLst/>
            <a:gdLst/>
            <a:ahLst/>
            <a:cxnLst/>
            <a:rect r="r" b="b" t="t" l="l"/>
            <a:pathLst>
              <a:path h="6363431" w="15930270">
                <a:moveTo>
                  <a:pt x="0" y="0"/>
                </a:moveTo>
                <a:lnTo>
                  <a:pt x="15930270" y="0"/>
                </a:lnTo>
                <a:lnTo>
                  <a:pt x="15930270" y="6363431"/>
                </a:lnTo>
                <a:lnTo>
                  <a:pt x="0" y="6363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3" t="-20093" r="-29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4535" y="1123950"/>
            <a:ext cx="12524122" cy="72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2"/>
              </a:lnSpc>
              <a:spcBef>
                <a:spcPct val="0"/>
              </a:spcBef>
            </a:pPr>
            <a:r>
              <a:rPr lang="en-US" sz="5462" spc="-10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AKU BISA MEMBACA SURAH AL-ALAQ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63030"/>
            <a:ext cx="13565198" cy="2427796"/>
          </a:xfrm>
          <a:custGeom>
            <a:avLst/>
            <a:gdLst/>
            <a:ahLst/>
            <a:cxnLst/>
            <a:rect r="r" b="b" t="t" l="l"/>
            <a:pathLst>
              <a:path h="2427796" w="13565198">
                <a:moveTo>
                  <a:pt x="0" y="0"/>
                </a:moveTo>
                <a:lnTo>
                  <a:pt x="13565198" y="0"/>
                </a:lnTo>
                <a:lnTo>
                  <a:pt x="13565198" y="2427796"/>
                </a:lnTo>
                <a:lnTo>
                  <a:pt x="0" y="2427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105" t="-136886" r="-62165" b="-47078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6750" y="7089468"/>
            <a:ext cx="14233348" cy="2495887"/>
          </a:xfrm>
          <a:custGeom>
            <a:avLst/>
            <a:gdLst/>
            <a:ahLst/>
            <a:cxnLst/>
            <a:rect r="r" b="b" t="t" l="l"/>
            <a:pathLst>
              <a:path h="2495887" w="14233348">
                <a:moveTo>
                  <a:pt x="0" y="0"/>
                </a:moveTo>
                <a:lnTo>
                  <a:pt x="14233348" y="0"/>
                </a:lnTo>
                <a:lnTo>
                  <a:pt x="14233348" y="2495886"/>
                </a:lnTo>
                <a:lnTo>
                  <a:pt x="0" y="2495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227" t="-227293" r="-59406" b="-3768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828675"/>
            <a:ext cx="12639675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Arti Ayat ke-1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556808"/>
            <a:ext cx="12639675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Arti Ayat ke-2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7988" y="1219043"/>
            <a:ext cx="9977394" cy="1893927"/>
          </a:xfrm>
          <a:custGeom>
            <a:avLst/>
            <a:gdLst/>
            <a:ahLst/>
            <a:cxnLst/>
            <a:rect r="r" b="b" t="t" l="l"/>
            <a:pathLst>
              <a:path h="1893927" w="9977394">
                <a:moveTo>
                  <a:pt x="0" y="0"/>
                </a:moveTo>
                <a:lnTo>
                  <a:pt x="9977395" y="0"/>
                </a:lnTo>
                <a:lnTo>
                  <a:pt x="9977395" y="1893927"/>
                </a:lnTo>
                <a:lnTo>
                  <a:pt x="0" y="189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901" t="-327459" r="-71890" b="-2916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7988" y="4358377"/>
            <a:ext cx="10185497" cy="1882186"/>
          </a:xfrm>
          <a:custGeom>
            <a:avLst/>
            <a:gdLst/>
            <a:ahLst/>
            <a:cxnLst/>
            <a:rect r="r" b="b" t="t" l="l"/>
            <a:pathLst>
              <a:path h="1882186" w="10185497">
                <a:moveTo>
                  <a:pt x="0" y="0"/>
                </a:moveTo>
                <a:lnTo>
                  <a:pt x="10185498" y="0"/>
                </a:lnTo>
                <a:lnTo>
                  <a:pt x="10185498" y="1882186"/>
                </a:lnTo>
                <a:lnTo>
                  <a:pt x="0" y="1882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118" t="-394651" r="-62118" b="-18758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80880" y="7429188"/>
            <a:ext cx="10062605" cy="1854407"/>
          </a:xfrm>
          <a:custGeom>
            <a:avLst/>
            <a:gdLst/>
            <a:ahLst/>
            <a:cxnLst/>
            <a:rect r="r" b="b" t="t" l="l"/>
            <a:pathLst>
              <a:path h="1854407" w="10062605">
                <a:moveTo>
                  <a:pt x="0" y="0"/>
                </a:moveTo>
                <a:lnTo>
                  <a:pt x="10062606" y="0"/>
                </a:lnTo>
                <a:lnTo>
                  <a:pt x="10062606" y="1854406"/>
                </a:lnTo>
                <a:lnTo>
                  <a:pt x="0" y="185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927" t="-512931" r="-68273" b="-985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14172" y="342757"/>
            <a:ext cx="9689264" cy="8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5"/>
              </a:lnSpc>
              <a:spcBef>
                <a:spcPct val="0"/>
              </a:spcBef>
            </a:pPr>
            <a:r>
              <a:rPr lang="en-US" sz="6515" spc="-130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Arti Ayat ke-3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14172" y="3227270"/>
            <a:ext cx="9689264" cy="8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5"/>
              </a:lnSpc>
              <a:spcBef>
                <a:spcPct val="0"/>
              </a:spcBef>
            </a:pPr>
            <a:r>
              <a:rPr lang="en-US" sz="6515" spc="-130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Arti Ayat ke-4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24569" y="6483451"/>
            <a:ext cx="9110829" cy="8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6"/>
              </a:lnSpc>
              <a:spcBef>
                <a:spcPct val="0"/>
              </a:spcBef>
            </a:pPr>
            <a:r>
              <a:rPr lang="en-US" sz="6126" spc="-122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Arti Ayat ke-5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880" y="2406964"/>
            <a:ext cx="15824241" cy="7186236"/>
          </a:xfrm>
          <a:custGeom>
            <a:avLst/>
            <a:gdLst/>
            <a:ahLst/>
            <a:cxnLst/>
            <a:rect r="r" b="b" t="t" l="l"/>
            <a:pathLst>
              <a:path h="7186236" w="15824241">
                <a:moveTo>
                  <a:pt x="0" y="0"/>
                </a:moveTo>
                <a:lnTo>
                  <a:pt x="15824240" y="0"/>
                </a:lnTo>
                <a:lnTo>
                  <a:pt x="15824240" y="7186236"/>
                </a:lnTo>
                <a:lnTo>
                  <a:pt x="0" y="7186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051" t="-75187" r="-14647" b="-732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89465" y="452576"/>
            <a:ext cx="11509071" cy="178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6868" spc="-137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MAKNA SURAH</a:t>
            </a:r>
          </a:p>
          <a:p>
            <a:pPr algn="ctr" marL="0" indent="0" lvl="0">
              <a:lnSpc>
                <a:spcPts val="6868"/>
              </a:lnSpc>
              <a:spcBef>
                <a:spcPct val="0"/>
              </a:spcBef>
            </a:pPr>
            <a:r>
              <a:rPr lang="en-US" sz="6868" spc="-137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AL-ALAQ 1-5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4303193"/>
            <a:ext cx="5448300" cy="5317057"/>
            <a:chOff x="0" y="0"/>
            <a:chExt cx="1434943" cy="1400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400377"/>
            </a:xfrm>
            <a:custGeom>
              <a:avLst/>
              <a:gdLst/>
              <a:ahLst/>
              <a:cxnLst/>
              <a:rect r="r" b="b" t="t" l="l"/>
              <a:pathLst>
                <a:path h="1400377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43538"/>
                  </a:lnTo>
                  <a:cubicBezTo>
                    <a:pt x="1434943" y="1374930"/>
                    <a:pt x="1409495" y="1400377"/>
                    <a:pt x="1378104" y="1400377"/>
                  </a:cubicBezTo>
                  <a:lnTo>
                    <a:pt x="56839" y="1400377"/>
                  </a:lnTo>
                  <a:cubicBezTo>
                    <a:pt x="25448" y="1400377"/>
                    <a:pt x="0" y="1374930"/>
                    <a:pt x="0" y="134353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42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4303193"/>
            <a:ext cx="5448300" cy="5317057"/>
            <a:chOff x="0" y="0"/>
            <a:chExt cx="1434943" cy="14003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400377"/>
            </a:xfrm>
            <a:custGeom>
              <a:avLst/>
              <a:gdLst/>
              <a:ahLst/>
              <a:cxnLst/>
              <a:rect r="r" b="b" t="t" l="l"/>
              <a:pathLst>
                <a:path h="1400377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43538"/>
                  </a:lnTo>
                  <a:cubicBezTo>
                    <a:pt x="1434943" y="1374930"/>
                    <a:pt x="1409495" y="1400377"/>
                    <a:pt x="1378104" y="1400377"/>
                  </a:cubicBezTo>
                  <a:lnTo>
                    <a:pt x="56839" y="1400377"/>
                  </a:lnTo>
                  <a:cubicBezTo>
                    <a:pt x="25448" y="1400377"/>
                    <a:pt x="0" y="1374930"/>
                    <a:pt x="0" y="134353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42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303193"/>
            <a:ext cx="5448300" cy="5317057"/>
            <a:chOff x="0" y="0"/>
            <a:chExt cx="1434943" cy="1400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400377"/>
            </a:xfrm>
            <a:custGeom>
              <a:avLst/>
              <a:gdLst/>
              <a:ahLst/>
              <a:cxnLst/>
              <a:rect r="r" b="b" t="t" l="l"/>
              <a:pathLst>
                <a:path h="1400377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43538"/>
                  </a:lnTo>
                  <a:cubicBezTo>
                    <a:pt x="1434943" y="1374930"/>
                    <a:pt x="1409495" y="1400377"/>
                    <a:pt x="1378104" y="1400377"/>
                  </a:cubicBezTo>
                  <a:lnTo>
                    <a:pt x="56839" y="1400377"/>
                  </a:lnTo>
                  <a:cubicBezTo>
                    <a:pt x="25448" y="1400377"/>
                    <a:pt x="0" y="1374930"/>
                    <a:pt x="0" y="134353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CCF9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42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505823" y="4883075"/>
            <a:ext cx="5276353" cy="1876142"/>
          </a:xfrm>
          <a:custGeom>
            <a:avLst/>
            <a:gdLst/>
            <a:ahLst/>
            <a:cxnLst/>
            <a:rect r="r" b="b" t="t" l="l"/>
            <a:pathLst>
              <a:path h="1876142" w="5276353">
                <a:moveTo>
                  <a:pt x="0" y="0"/>
                </a:moveTo>
                <a:lnTo>
                  <a:pt x="5276354" y="0"/>
                </a:lnTo>
                <a:lnTo>
                  <a:pt x="5276354" y="1876142"/>
                </a:lnTo>
                <a:lnTo>
                  <a:pt x="0" y="187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46" t="0" r="-523" b="-8143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6275" y="448599"/>
            <a:ext cx="16954500" cy="101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49"/>
              </a:lnSpc>
              <a:spcBef>
                <a:spcPct val="0"/>
              </a:spcBef>
            </a:pPr>
            <a:r>
              <a:rPr lang="en-US" sz="7649" spc="-152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HUKUM BACAAN QOLQOLAH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83357" y="5143500"/>
            <a:ext cx="502748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8"/>
              </a:lnSpc>
              <a:spcBef>
                <a:spcPct val="0"/>
              </a:spcBef>
            </a:pPr>
            <a:r>
              <a:rPr lang="en-US" sz="4698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 Sugro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064" y="5776912"/>
            <a:ext cx="479367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7"/>
              </a:lnSpc>
              <a:spcBef>
                <a:spcPct val="0"/>
              </a:spcBef>
            </a:pPr>
            <a:r>
              <a:rPr lang="en-US" sz="5089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 artinya getaran suara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421" y="2147857"/>
            <a:ext cx="4715506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PENGERTIAN</a:t>
            </a:r>
          </a:p>
          <a:p>
            <a:pPr algn="ctr" marL="0" indent="0" lvl="0">
              <a:lnSpc>
                <a:spcPts val="5708"/>
              </a:lnSpc>
              <a:spcBef>
                <a:spcPct val="0"/>
              </a:spcBef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20918" y="2147857"/>
            <a:ext cx="4715506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HURUF</a:t>
            </a:r>
          </a:p>
          <a:p>
            <a:pPr algn="ctr" marL="0" indent="0" lvl="0">
              <a:lnSpc>
                <a:spcPts val="5708"/>
              </a:lnSpc>
              <a:spcBef>
                <a:spcPct val="0"/>
              </a:spcBef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8000" y="6952196"/>
            <a:ext cx="45720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Berharokat Sukun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4930" y="2147857"/>
            <a:ext cx="5170991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MACAM-MACAM</a:t>
            </a:r>
          </a:p>
          <a:p>
            <a:pPr algn="ctr" marL="0" indent="0" lvl="0">
              <a:lnSpc>
                <a:spcPts val="5708"/>
              </a:lnSpc>
              <a:spcBef>
                <a:spcPct val="0"/>
              </a:spcBef>
            </a:pPr>
            <a:r>
              <a:rPr lang="en-US" sz="4757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1814" y="6961721"/>
            <a:ext cx="502748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8"/>
              </a:lnSpc>
              <a:spcBef>
                <a:spcPct val="0"/>
              </a:spcBef>
            </a:pPr>
            <a:r>
              <a:rPr lang="en-US" sz="4698">
                <a:solidFill>
                  <a:srgbClr val="000000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Qolqolah Kubro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C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08043" cy="10287000"/>
            <a:chOff x="0" y="0"/>
            <a:chExt cx="26885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85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88538">
                  <a:moveTo>
                    <a:pt x="0" y="0"/>
                  </a:moveTo>
                  <a:lnTo>
                    <a:pt x="2688538" y="0"/>
                  </a:lnTo>
                  <a:lnTo>
                    <a:pt x="26885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6C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88538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6404" y="1899634"/>
            <a:ext cx="9501307" cy="6481495"/>
          </a:xfrm>
          <a:custGeom>
            <a:avLst/>
            <a:gdLst/>
            <a:ahLst/>
            <a:cxnLst/>
            <a:rect r="r" b="b" t="t" l="l"/>
            <a:pathLst>
              <a:path h="6481495" w="9501307">
                <a:moveTo>
                  <a:pt x="0" y="0"/>
                </a:moveTo>
                <a:lnTo>
                  <a:pt x="9501307" y="0"/>
                </a:lnTo>
                <a:lnTo>
                  <a:pt x="9501307" y="6481495"/>
                </a:lnTo>
                <a:lnTo>
                  <a:pt x="0" y="648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34" t="-16799" r="-8946" b="-193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76762" y="3128298"/>
            <a:ext cx="6500349" cy="367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00"/>
              </a:lnSpc>
              <a:spcBef>
                <a:spcPct val="0"/>
              </a:spcBef>
            </a:pPr>
            <a:r>
              <a:rPr lang="en-US" sz="9500" spc="-19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Contoh Bacaan Qolqolah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8744" y="195328"/>
            <a:ext cx="9630556" cy="10091672"/>
          </a:xfrm>
          <a:custGeom>
            <a:avLst/>
            <a:gdLst/>
            <a:ahLst/>
            <a:cxnLst/>
            <a:rect r="r" b="b" t="t" l="l"/>
            <a:pathLst>
              <a:path h="10091672" w="9630556">
                <a:moveTo>
                  <a:pt x="0" y="0"/>
                </a:moveTo>
                <a:lnTo>
                  <a:pt x="9630556" y="0"/>
                </a:lnTo>
                <a:lnTo>
                  <a:pt x="9630556" y="10091672"/>
                </a:lnTo>
                <a:lnTo>
                  <a:pt x="0" y="10091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268" t="-28130" r="-89715" b="-2262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4118" y="640834"/>
            <a:ext cx="12655375" cy="9005333"/>
          </a:xfrm>
          <a:custGeom>
            <a:avLst/>
            <a:gdLst/>
            <a:ahLst/>
            <a:cxnLst/>
            <a:rect r="r" b="b" t="t" l="l"/>
            <a:pathLst>
              <a:path h="9005333" w="12655375">
                <a:moveTo>
                  <a:pt x="0" y="0"/>
                </a:moveTo>
                <a:lnTo>
                  <a:pt x="12655375" y="0"/>
                </a:lnTo>
                <a:lnTo>
                  <a:pt x="12655375" y="9005332"/>
                </a:lnTo>
                <a:lnTo>
                  <a:pt x="0" y="900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122" t="-84045" r="-94516" b="-487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0909" y="2740057"/>
            <a:ext cx="4038720" cy="455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sz="8899" spc="-177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Pesan</a:t>
            </a:r>
          </a:p>
          <a:p>
            <a:pPr algn="ctr">
              <a:lnSpc>
                <a:spcPts val="8899"/>
              </a:lnSpc>
            </a:pPr>
            <a:r>
              <a:rPr lang="en-US" sz="8899" spc="-177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Pokok</a:t>
            </a:r>
          </a:p>
          <a:p>
            <a:pPr algn="ctr" marL="0" indent="0" lvl="0">
              <a:lnSpc>
                <a:spcPts val="8899"/>
              </a:lnSpc>
              <a:spcBef>
                <a:spcPct val="0"/>
              </a:spcBef>
            </a:pPr>
            <a:r>
              <a:rPr lang="en-US" sz="8899" spc="-177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Surah Al-Alaq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Senangnya Membaca Surah Al-Alaq</dc:description>
  <dc:identifier>DAG6tgB-I-s</dc:identifier>
  <dcterms:modified xsi:type="dcterms:W3CDTF">2011-08-01T06:04:30Z</dcterms:modified>
  <cp:revision>1</cp:revision>
  <dc:title>Presentasi - Senangnya Membaca Surah Al-Alaq</dc:title>
</cp:coreProperties>
</file>